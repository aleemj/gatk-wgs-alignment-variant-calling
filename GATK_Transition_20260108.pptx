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58" r:id="rId4"/>
    <p:sldId id="257" r:id="rId5"/>
    <p:sldId id="264" r:id="rId6"/>
    <p:sldId id="268" r:id="rId7"/>
    <p:sldId id="260" r:id="rId8"/>
    <p:sldId id="261" r:id="rId9"/>
    <p:sldId id="263"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D50AFA-0C7B-1449-9051-9BC120C5062F}" v="609" dt="2026-01-07T11:07:20.4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77"/>
    <p:restoredTop sz="94689"/>
  </p:normalViewPr>
  <p:slideViewPr>
    <p:cSldViewPr snapToGrid="0">
      <p:cViewPr varScale="1">
        <p:scale>
          <a:sx n="147" d="100"/>
          <a:sy n="147" d="100"/>
        </p:scale>
        <p:origin x="13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 Lee" userId="0e12a362-abc1-4eee-b614-8a1327963f7e" providerId="ADAL" clId="{0C26C521-4CCD-557A-904D-1FFE07DDE4F0}"/>
    <pc:docChg chg="undo custSel addSld delSld modSld sldOrd">
      <pc:chgData name="Adrian Lee" userId="0e12a362-abc1-4eee-b614-8a1327963f7e" providerId="ADAL" clId="{0C26C521-4CCD-557A-904D-1FFE07DDE4F0}" dt="2026-01-08T02:44:45.686" v="4209" actId="20577"/>
      <pc:docMkLst>
        <pc:docMk/>
      </pc:docMkLst>
      <pc:sldChg chg="addSp delSp modSp mod">
        <pc:chgData name="Adrian Lee" userId="0e12a362-abc1-4eee-b614-8a1327963f7e" providerId="ADAL" clId="{0C26C521-4CCD-557A-904D-1FFE07DDE4F0}" dt="2026-01-08T02:44:45.686" v="4209" actId="20577"/>
        <pc:sldMkLst>
          <pc:docMk/>
          <pc:sldMk cId="1552586664" sldId="256"/>
        </pc:sldMkLst>
        <pc:spChg chg="mod">
          <ac:chgData name="Adrian Lee" userId="0e12a362-abc1-4eee-b614-8a1327963f7e" providerId="ADAL" clId="{0C26C521-4CCD-557A-904D-1FFE07DDE4F0}" dt="2026-01-07T03:52:21.317" v="2070" actId="20577"/>
          <ac:spMkLst>
            <pc:docMk/>
            <pc:sldMk cId="1552586664" sldId="256"/>
            <ac:spMk id="2" creationId="{ED0749AC-AD55-F710-FACE-BBC1D4065C95}"/>
          </ac:spMkLst>
        </pc:spChg>
        <pc:spChg chg="mod">
          <ac:chgData name="Adrian Lee" userId="0e12a362-abc1-4eee-b614-8a1327963f7e" providerId="ADAL" clId="{0C26C521-4CCD-557A-904D-1FFE07DDE4F0}" dt="2026-01-08T02:44:45.686" v="4209" actId="20577"/>
          <ac:spMkLst>
            <pc:docMk/>
            <pc:sldMk cId="1552586664" sldId="256"/>
            <ac:spMk id="3" creationId="{A4F7C616-A25C-F6A0-B112-E59BDDEAA267}"/>
          </ac:spMkLst>
        </pc:spChg>
        <pc:spChg chg="add del">
          <ac:chgData name="Adrian Lee" userId="0e12a362-abc1-4eee-b614-8a1327963f7e" providerId="ADAL" clId="{0C26C521-4CCD-557A-904D-1FFE07DDE4F0}" dt="2026-01-07T03:51:36.757" v="2009" actId="22"/>
          <ac:spMkLst>
            <pc:docMk/>
            <pc:sldMk cId="1552586664" sldId="256"/>
            <ac:spMk id="5" creationId="{04D73068-64AF-8850-ED7A-AFD087470D01}"/>
          </ac:spMkLst>
        </pc:spChg>
      </pc:sldChg>
      <pc:sldChg chg="addSp modSp new mod">
        <pc:chgData name="Adrian Lee" userId="0e12a362-abc1-4eee-b614-8a1327963f7e" providerId="ADAL" clId="{0C26C521-4CCD-557A-904D-1FFE07DDE4F0}" dt="2026-01-07T06:10:05.098" v="2540" actId="57"/>
        <pc:sldMkLst>
          <pc:docMk/>
          <pc:sldMk cId="2243168822" sldId="257"/>
        </pc:sldMkLst>
        <pc:spChg chg="mod">
          <ac:chgData name="Adrian Lee" userId="0e12a362-abc1-4eee-b614-8a1327963f7e" providerId="ADAL" clId="{0C26C521-4CCD-557A-904D-1FFE07DDE4F0}" dt="2026-01-05T07:20:15.694" v="4" actId="20577"/>
          <ac:spMkLst>
            <pc:docMk/>
            <pc:sldMk cId="2243168822" sldId="257"/>
            <ac:spMk id="2" creationId="{0137332B-127A-D140-11DE-CDC918A23249}"/>
          </ac:spMkLst>
        </pc:spChg>
        <pc:spChg chg="mod">
          <ac:chgData name="Adrian Lee" userId="0e12a362-abc1-4eee-b614-8a1327963f7e" providerId="ADAL" clId="{0C26C521-4CCD-557A-904D-1FFE07DDE4F0}" dt="2026-01-07T06:10:05.098" v="2540" actId="57"/>
          <ac:spMkLst>
            <pc:docMk/>
            <pc:sldMk cId="2243168822" sldId="257"/>
            <ac:spMk id="3" creationId="{5437D680-A45E-9F69-514A-26E692A06CA8}"/>
          </ac:spMkLst>
        </pc:spChg>
        <pc:spChg chg="add mod">
          <ac:chgData name="Adrian Lee" userId="0e12a362-abc1-4eee-b614-8a1327963f7e" providerId="ADAL" clId="{0C26C521-4CCD-557A-904D-1FFE07DDE4F0}" dt="2026-01-07T04:24:24.807" v="2516" actId="1076"/>
          <ac:spMkLst>
            <pc:docMk/>
            <pc:sldMk cId="2243168822" sldId="257"/>
            <ac:spMk id="5" creationId="{75AF28CA-EF02-2F41-4976-C7B8BB13B855}"/>
          </ac:spMkLst>
        </pc:spChg>
      </pc:sldChg>
      <pc:sldChg chg="addSp modSp new mod ord">
        <pc:chgData name="Adrian Lee" userId="0e12a362-abc1-4eee-b614-8a1327963f7e" providerId="ADAL" clId="{0C26C521-4CCD-557A-904D-1FFE07DDE4F0}" dt="2026-01-07T06:09:51.692" v="2528" actId="57"/>
        <pc:sldMkLst>
          <pc:docMk/>
          <pc:sldMk cId="2488773477" sldId="258"/>
        </pc:sldMkLst>
        <pc:spChg chg="mod">
          <ac:chgData name="Adrian Lee" userId="0e12a362-abc1-4eee-b614-8a1327963f7e" providerId="ADAL" clId="{0C26C521-4CCD-557A-904D-1FFE07DDE4F0}" dt="2026-01-05T07:21:00.327" v="23" actId="20577"/>
          <ac:spMkLst>
            <pc:docMk/>
            <pc:sldMk cId="2488773477" sldId="258"/>
            <ac:spMk id="2" creationId="{A83C8A4B-1503-42A3-289A-E3F004CF0B87}"/>
          </ac:spMkLst>
        </pc:spChg>
        <pc:spChg chg="mod">
          <ac:chgData name="Adrian Lee" userId="0e12a362-abc1-4eee-b614-8a1327963f7e" providerId="ADAL" clId="{0C26C521-4CCD-557A-904D-1FFE07DDE4F0}" dt="2026-01-07T06:09:51.692" v="2528" actId="57"/>
          <ac:spMkLst>
            <pc:docMk/>
            <pc:sldMk cId="2488773477" sldId="258"/>
            <ac:spMk id="3" creationId="{1CB0722B-9DD8-7D0D-3D31-D1E9830B14A2}"/>
          </ac:spMkLst>
        </pc:spChg>
        <pc:spChg chg="add mod">
          <ac:chgData name="Adrian Lee" userId="0e12a362-abc1-4eee-b614-8a1327963f7e" providerId="ADAL" clId="{0C26C521-4CCD-557A-904D-1FFE07DDE4F0}" dt="2026-01-07T03:59:25.858" v="2152" actId="20577"/>
          <ac:spMkLst>
            <pc:docMk/>
            <pc:sldMk cId="2488773477" sldId="258"/>
            <ac:spMk id="4" creationId="{601AB4AB-6671-AB28-28E5-232390FCC3CB}"/>
          </ac:spMkLst>
        </pc:spChg>
      </pc:sldChg>
      <pc:sldChg chg="addSp delSp modSp new mod ord">
        <pc:chgData name="Adrian Lee" userId="0e12a362-abc1-4eee-b614-8a1327963f7e" providerId="ADAL" clId="{0C26C521-4CCD-557A-904D-1FFE07DDE4F0}" dt="2026-01-07T04:24:10.854" v="2515" actId="208"/>
        <pc:sldMkLst>
          <pc:docMk/>
          <pc:sldMk cId="34413181" sldId="259"/>
        </pc:sldMkLst>
        <pc:spChg chg="mod">
          <ac:chgData name="Adrian Lee" userId="0e12a362-abc1-4eee-b614-8a1327963f7e" providerId="ADAL" clId="{0C26C521-4CCD-557A-904D-1FFE07DDE4F0}" dt="2026-01-07T03:56:19.832" v="2142" actId="403"/>
          <ac:spMkLst>
            <pc:docMk/>
            <pc:sldMk cId="34413181" sldId="259"/>
            <ac:spMk id="3" creationId="{97E8B74F-8B16-55D8-38DA-B37F40780D8A}"/>
          </ac:spMkLst>
        </pc:spChg>
        <pc:spChg chg="add mod">
          <ac:chgData name="Adrian Lee" userId="0e12a362-abc1-4eee-b614-8a1327963f7e" providerId="ADAL" clId="{0C26C521-4CCD-557A-904D-1FFE07DDE4F0}" dt="2026-01-07T03:53:59.232" v="2098" actId="1076"/>
          <ac:spMkLst>
            <pc:docMk/>
            <pc:sldMk cId="34413181" sldId="259"/>
            <ac:spMk id="5" creationId="{13699158-F553-E218-7133-D745A7FE96DD}"/>
          </ac:spMkLst>
        </pc:spChg>
        <pc:spChg chg="add mod">
          <ac:chgData name="Adrian Lee" userId="0e12a362-abc1-4eee-b614-8a1327963f7e" providerId="ADAL" clId="{0C26C521-4CCD-557A-904D-1FFE07DDE4F0}" dt="2026-01-07T04:24:10.854" v="2515" actId="208"/>
          <ac:spMkLst>
            <pc:docMk/>
            <pc:sldMk cId="34413181" sldId="259"/>
            <ac:spMk id="9" creationId="{A265D682-491B-991C-F60A-3C1F8B659091}"/>
          </ac:spMkLst>
        </pc:spChg>
        <pc:grpChg chg="add mod">
          <ac:chgData name="Adrian Lee" userId="0e12a362-abc1-4eee-b614-8a1327963f7e" providerId="ADAL" clId="{0C26C521-4CCD-557A-904D-1FFE07DDE4F0}" dt="2026-01-07T03:53:59.232" v="2098" actId="1076"/>
          <ac:grpSpMkLst>
            <pc:docMk/>
            <pc:sldMk cId="34413181" sldId="259"/>
            <ac:grpSpMk id="6" creationId="{E8BE2AD3-C381-E5A0-4FF5-A27B0E05F11D}"/>
          </ac:grpSpMkLst>
        </pc:grpChg>
        <pc:picChg chg="add mod">
          <ac:chgData name="Adrian Lee" userId="0e12a362-abc1-4eee-b614-8a1327963f7e" providerId="ADAL" clId="{0C26C521-4CCD-557A-904D-1FFE07DDE4F0}" dt="2026-01-07T03:53:59.232" v="2098" actId="1076"/>
          <ac:picMkLst>
            <pc:docMk/>
            <pc:sldMk cId="34413181" sldId="259"/>
            <ac:picMk id="1026" creationId="{19347C52-B10B-A315-B9D2-37626148DF2D}"/>
          </ac:picMkLst>
        </pc:picChg>
        <pc:cxnChg chg="add mod">
          <ac:chgData name="Adrian Lee" userId="0e12a362-abc1-4eee-b614-8a1327963f7e" providerId="ADAL" clId="{0C26C521-4CCD-557A-904D-1FFE07DDE4F0}" dt="2026-01-07T04:24:07.908" v="2514" actId="208"/>
          <ac:cxnSpMkLst>
            <pc:docMk/>
            <pc:sldMk cId="34413181" sldId="259"/>
            <ac:cxnSpMk id="4" creationId="{25F476B3-4E61-1B1C-BF91-67E9D662D956}"/>
          </ac:cxnSpMkLst>
        </pc:cxnChg>
      </pc:sldChg>
      <pc:sldChg chg="addSp delSp modSp new mod">
        <pc:chgData name="Adrian Lee" userId="0e12a362-abc1-4eee-b614-8a1327963f7e" providerId="ADAL" clId="{0C26C521-4CCD-557A-904D-1FFE07DDE4F0}" dt="2026-01-07T07:41:09.856" v="2995"/>
        <pc:sldMkLst>
          <pc:docMk/>
          <pc:sldMk cId="495571464" sldId="260"/>
        </pc:sldMkLst>
        <pc:spChg chg="mod">
          <ac:chgData name="Adrian Lee" userId="0e12a362-abc1-4eee-b614-8a1327963f7e" providerId="ADAL" clId="{0C26C521-4CCD-557A-904D-1FFE07DDE4F0}" dt="2026-01-07T07:37:07.314" v="2894" actId="20577"/>
          <ac:spMkLst>
            <pc:docMk/>
            <pc:sldMk cId="495571464" sldId="260"/>
            <ac:spMk id="2" creationId="{5D21DEBA-2937-FE22-F1E1-5EAF729D1926}"/>
          </ac:spMkLst>
        </pc:spChg>
        <pc:spChg chg="add del mod">
          <ac:chgData name="Adrian Lee" userId="0e12a362-abc1-4eee-b614-8a1327963f7e" providerId="ADAL" clId="{0C26C521-4CCD-557A-904D-1FFE07DDE4F0}" dt="2026-01-07T07:41:09.856" v="2995"/>
          <ac:spMkLst>
            <pc:docMk/>
            <pc:sldMk cId="495571464" sldId="260"/>
            <ac:spMk id="3" creationId="{ADE43C0F-B080-D4D0-A5E5-DF11A28DED81}"/>
          </ac:spMkLst>
        </pc:spChg>
        <pc:graphicFrameChg chg="add mod modGraphic">
          <ac:chgData name="Adrian Lee" userId="0e12a362-abc1-4eee-b614-8a1327963f7e" providerId="ADAL" clId="{0C26C521-4CCD-557A-904D-1FFE07DDE4F0}" dt="2026-01-07T07:40:58.386" v="2988" actId="13822"/>
          <ac:graphicFrameMkLst>
            <pc:docMk/>
            <pc:sldMk cId="495571464" sldId="260"/>
            <ac:graphicFrameMk id="4" creationId="{937A5491-6132-8A6F-A8E4-A3DDCFB17926}"/>
          </ac:graphicFrameMkLst>
        </pc:graphicFrameChg>
      </pc:sldChg>
      <pc:sldChg chg="addSp delSp modSp new mod">
        <pc:chgData name="Adrian Lee" userId="0e12a362-abc1-4eee-b614-8a1327963f7e" providerId="ADAL" clId="{0C26C521-4CCD-557A-904D-1FFE07DDE4F0}" dt="2026-01-08T01:49:08.430" v="3209" actId="1076"/>
        <pc:sldMkLst>
          <pc:docMk/>
          <pc:sldMk cId="36862169" sldId="261"/>
        </pc:sldMkLst>
        <pc:spChg chg="mod">
          <ac:chgData name="Adrian Lee" userId="0e12a362-abc1-4eee-b614-8a1327963f7e" providerId="ADAL" clId="{0C26C521-4CCD-557A-904D-1FFE07DDE4F0}" dt="2026-01-08T01:49:08.430" v="3209" actId="1076"/>
          <ac:spMkLst>
            <pc:docMk/>
            <pc:sldMk cId="36862169" sldId="261"/>
            <ac:spMk id="2" creationId="{6AA0F6BE-10F0-B36A-55DC-534691857FB8}"/>
          </ac:spMkLst>
        </pc:spChg>
        <pc:spChg chg="add mod">
          <ac:chgData name="Adrian Lee" userId="0e12a362-abc1-4eee-b614-8a1327963f7e" providerId="ADAL" clId="{0C26C521-4CCD-557A-904D-1FFE07DDE4F0}" dt="2026-01-08T01:48:48.585" v="3205" actId="1076"/>
          <ac:spMkLst>
            <pc:docMk/>
            <pc:sldMk cId="36862169" sldId="261"/>
            <ac:spMk id="6" creationId="{7AA066B3-9A12-9F00-710D-BCFA920B5C4E}"/>
          </ac:spMkLst>
        </pc:spChg>
        <pc:spChg chg="add mod">
          <ac:chgData name="Adrian Lee" userId="0e12a362-abc1-4eee-b614-8a1327963f7e" providerId="ADAL" clId="{0C26C521-4CCD-557A-904D-1FFE07DDE4F0}" dt="2026-01-07T07:39:19.876" v="2948" actId="13822"/>
          <ac:spMkLst>
            <pc:docMk/>
            <pc:sldMk cId="36862169" sldId="261"/>
            <ac:spMk id="7" creationId="{2D5FD8BA-C56E-3067-848E-8C4FA31294FF}"/>
          </ac:spMkLst>
        </pc:spChg>
        <pc:graphicFrameChg chg="add mod modGraphic">
          <ac:chgData name="Adrian Lee" userId="0e12a362-abc1-4eee-b614-8a1327963f7e" providerId="ADAL" clId="{0C26C521-4CCD-557A-904D-1FFE07DDE4F0}" dt="2026-01-08T01:48:37.757" v="3202" actId="1076"/>
          <ac:graphicFrameMkLst>
            <pc:docMk/>
            <pc:sldMk cId="36862169" sldId="261"/>
            <ac:graphicFrameMk id="4" creationId="{C83FE6B3-C06C-9EB1-570F-586A0C432EDD}"/>
          </ac:graphicFrameMkLst>
        </pc:graphicFrameChg>
        <pc:graphicFrameChg chg="add mod">
          <ac:chgData name="Adrian Lee" userId="0e12a362-abc1-4eee-b614-8a1327963f7e" providerId="ADAL" clId="{0C26C521-4CCD-557A-904D-1FFE07DDE4F0}" dt="2026-01-08T01:48:44.049" v="3204" actId="1076"/>
          <ac:graphicFrameMkLst>
            <pc:docMk/>
            <pc:sldMk cId="36862169" sldId="261"/>
            <ac:graphicFrameMk id="5" creationId="{77BC8088-A941-0C97-8573-BCB046E6B1AC}"/>
          </ac:graphicFrameMkLst>
        </pc:graphicFrameChg>
        <pc:cxnChg chg="add mod">
          <ac:chgData name="Adrian Lee" userId="0e12a362-abc1-4eee-b614-8a1327963f7e" providerId="ADAL" clId="{0C26C521-4CCD-557A-904D-1FFE07DDE4F0}" dt="2026-01-05T08:02:39.733" v="644" actId="13822"/>
          <ac:cxnSpMkLst>
            <pc:docMk/>
            <pc:sldMk cId="36862169" sldId="261"/>
            <ac:cxnSpMk id="8" creationId="{4F2C8C24-6D32-EB31-54F3-BF1AA4CB6907}"/>
          </ac:cxnSpMkLst>
        </pc:cxnChg>
      </pc:sldChg>
      <pc:sldChg chg="addSp modSp new del mod">
        <pc:chgData name="Adrian Lee" userId="0e12a362-abc1-4eee-b614-8a1327963f7e" providerId="ADAL" clId="{0C26C521-4CCD-557A-904D-1FFE07DDE4F0}" dt="2026-01-07T03:40:25.907" v="1972" actId="2696"/>
        <pc:sldMkLst>
          <pc:docMk/>
          <pc:sldMk cId="804963970" sldId="262"/>
        </pc:sldMkLst>
      </pc:sldChg>
      <pc:sldChg chg="addSp delSp modSp new mod">
        <pc:chgData name="Adrian Lee" userId="0e12a362-abc1-4eee-b614-8a1327963f7e" providerId="ADAL" clId="{0C26C521-4CCD-557A-904D-1FFE07DDE4F0}" dt="2026-01-07T03:33:54.488" v="1902" actId="20577"/>
        <pc:sldMkLst>
          <pc:docMk/>
          <pc:sldMk cId="1670742552" sldId="263"/>
        </pc:sldMkLst>
        <pc:spChg chg="mod">
          <ac:chgData name="Adrian Lee" userId="0e12a362-abc1-4eee-b614-8a1327963f7e" providerId="ADAL" clId="{0C26C521-4CCD-557A-904D-1FFE07DDE4F0}" dt="2026-01-05T09:46:12.617" v="739" actId="20577"/>
          <ac:spMkLst>
            <pc:docMk/>
            <pc:sldMk cId="1670742552" sldId="263"/>
            <ac:spMk id="2" creationId="{1113D4C1-E05F-27C2-8899-DA5C678394CE}"/>
          </ac:spMkLst>
        </pc:spChg>
        <pc:spChg chg="add mod">
          <ac:chgData name="Adrian Lee" userId="0e12a362-abc1-4eee-b614-8a1327963f7e" providerId="ADAL" clId="{0C26C521-4CCD-557A-904D-1FFE07DDE4F0}" dt="2026-01-07T03:31:18.275" v="1858" actId="1076"/>
          <ac:spMkLst>
            <pc:docMk/>
            <pc:sldMk cId="1670742552" sldId="263"/>
            <ac:spMk id="4" creationId="{96D89179-FF88-D800-B3D8-39C9CF50F2A8}"/>
          </ac:spMkLst>
        </pc:spChg>
        <pc:graphicFrameChg chg="add del mod modGraphic">
          <ac:chgData name="Adrian Lee" userId="0e12a362-abc1-4eee-b614-8a1327963f7e" providerId="ADAL" clId="{0C26C521-4CCD-557A-904D-1FFE07DDE4F0}" dt="2026-01-07T03:33:54.488" v="1902" actId="20577"/>
          <ac:graphicFrameMkLst>
            <pc:docMk/>
            <pc:sldMk cId="1670742552" sldId="263"/>
            <ac:graphicFrameMk id="3" creationId="{3FBA1F89-9915-720B-AC11-1D349D63B1DB}"/>
          </ac:graphicFrameMkLst>
        </pc:graphicFrameChg>
      </pc:sldChg>
      <pc:sldChg chg="addSp delSp modSp new mod ord">
        <pc:chgData name="Adrian Lee" userId="0e12a362-abc1-4eee-b614-8a1327963f7e" providerId="ADAL" clId="{0C26C521-4CCD-557A-904D-1FFE07DDE4F0}" dt="2026-01-07T07:43:17.737" v="3106" actId="1076"/>
        <pc:sldMkLst>
          <pc:docMk/>
          <pc:sldMk cId="815988232" sldId="264"/>
        </pc:sldMkLst>
        <pc:spChg chg="mod">
          <ac:chgData name="Adrian Lee" userId="0e12a362-abc1-4eee-b614-8a1327963f7e" providerId="ADAL" clId="{0C26C521-4CCD-557A-904D-1FFE07DDE4F0}" dt="2026-01-05T10:02:10.340" v="1012" actId="20577"/>
          <ac:spMkLst>
            <pc:docMk/>
            <pc:sldMk cId="815988232" sldId="264"/>
            <ac:spMk id="2" creationId="{830EC0E5-FD85-4F60-57DA-2B36CDF34A46}"/>
          </ac:spMkLst>
        </pc:spChg>
        <pc:spChg chg="add">
          <ac:chgData name="Adrian Lee" userId="0e12a362-abc1-4eee-b614-8a1327963f7e" providerId="ADAL" clId="{0C26C521-4CCD-557A-904D-1FFE07DDE4F0}" dt="2026-01-07T06:10:39.799" v="2541"/>
          <ac:spMkLst>
            <pc:docMk/>
            <pc:sldMk cId="815988232" sldId="264"/>
            <ac:spMk id="3" creationId="{223CFE1F-ABB7-7A31-5E09-7E4636D709EC}"/>
          </ac:spMkLst>
        </pc:spChg>
        <pc:spChg chg="add del mod">
          <ac:chgData name="Adrian Lee" userId="0e12a362-abc1-4eee-b614-8a1327963f7e" providerId="ADAL" clId="{0C26C521-4CCD-557A-904D-1FFE07DDE4F0}" dt="2026-01-07T07:36:03.407" v="2861" actId="478"/>
          <ac:spMkLst>
            <pc:docMk/>
            <pc:sldMk cId="815988232" sldId="264"/>
            <ac:spMk id="6" creationId="{8FDA5484-5C3F-E555-FF67-BB6A7255C67E}"/>
          </ac:spMkLst>
        </pc:spChg>
        <pc:spChg chg="add mod">
          <ac:chgData name="Adrian Lee" userId="0e12a362-abc1-4eee-b614-8a1327963f7e" providerId="ADAL" clId="{0C26C521-4CCD-557A-904D-1FFE07DDE4F0}" dt="2026-01-07T07:43:17.737" v="3106" actId="1076"/>
          <ac:spMkLst>
            <pc:docMk/>
            <pc:sldMk cId="815988232" sldId="264"/>
            <ac:spMk id="8" creationId="{FD51FCA5-F232-511F-EE61-035E43DDA270}"/>
          </ac:spMkLst>
        </pc:spChg>
        <pc:graphicFrameChg chg="add mod ord modGraphic">
          <ac:chgData name="Adrian Lee" userId="0e12a362-abc1-4eee-b614-8a1327963f7e" providerId="ADAL" clId="{0C26C521-4CCD-557A-904D-1FFE07DDE4F0}" dt="2026-01-07T07:42:55.504" v="3066"/>
          <ac:graphicFrameMkLst>
            <pc:docMk/>
            <pc:sldMk cId="815988232" sldId="264"/>
            <ac:graphicFrameMk id="5" creationId="{AE97E63D-C97D-58C6-9609-D6EDF187FD12}"/>
          </ac:graphicFrameMkLst>
        </pc:graphicFrameChg>
      </pc:sldChg>
      <pc:sldChg chg="addSp modSp new del mod ord modShow">
        <pc:chgData name="Adrian Lee" userId="0e12a362-abc1-4eee-b614-8a1327963f7e" providerId="ADAL" clId="{0C26C521-4CCD-557A-904D-1FFE07DDE4F0}" dt="2026-01-08T02:28:09.218" v="3210" actId="2696"/>
        <pc:sldMkLst>
          <pc:docMk/>
          <pc:sldMk cId="3153622721" sldId="265"/>
        </pc:sldMkLst>
        <pc:picChg chg="add mod">
          <ac:chgData name="Adrian Lee" userId="0e12a362-abc1-4eee-b614-8a1327963f7e" providerId="ADAL" clId="{0C26C521-4CCD-557A-904D-1FFE07DDE4F0}" dt="2026-01-07T03:50:15.274" v="1973" actId="1076"/>
          <ac:picMkLst>
            <pc:docMk/>
            <pc:sldMk cId="3153622721" sldId="265"/>
            <ac:picMk id="2050" creationId="{2002C70F-D625-EE0B-0C4B-05F53EACCE3D}"/>
          </ac:picMkLst>
        </pc:picChg>
      </pc:sldChg>
      <pc:sldChg chg="addSp delSp modSp new mod">
        <pc:chgData name="Adrian Lee" userId="0e12a362-abc1-4eee-b614-8a1327963f7e" providerId="ADAL" clId="{0C26C521-4CCD-557A-904D-1FFE07DDE4F0}" dt="2026-01-08T02:29:47.659" v="3212" actId="27636"/>
        <pc:sldMkLst>
          <pc:docMk/>
          <pc:sldMk cId="2580634833" sldId="266"/>
        </pc:sldMkLst>
        <pc:spChg chg="mod">
          <ac:chgData name="Adrian Lee" userId="0e12a362-abc1-4eee-b614-8a1327963f7e" providerId="ADAL" clId="{0C26C521-4CCD-557A-904D-1FFE07DDE4F0}" dt="2026-01-07T03:22:25.376" v="1278" actId="20577"/>
          <ac:spMkLst>
            <pc:docMk/>
            <pc:sldMk cId="2580634833" sldId="266"/>
            <ac:spMk id="2" creationId="{D7821B98-AE2B-596E-4994-DB6130BC19E6}"/>
          </ac:spMkLst>
        </pc:spChg>
        <pc:spChg chg="mod">
          <ac:chgData name="Adrian Lee" userId="0e12a362-abc1-4eee-b614-8a1327963f7e" providerId="ADAL" clId="{0C26C521-4CCD-557A-904D-1FFE07DDE4F0}" dt="2026-01-08T02:29:47.659" v="3212" actId="27636"/>
          <ac:spMkLst>
            <pc:docMk/>
            <pc:sldMk cId="2580634833" sldId="266"/>
            <ac:spMk id="3" creationId="{BA69F055-E455-1739-6B2B-47916D15AB60}"/>
          </ac:spMkLst>
        </pc:spChg>
        <pc:spChg chg="add del mod">
          <ac:chgData name="Adrian Lee" userId="0e12a362-abc1-4eee-b614-8a1327963f7e" providerId="ADAL" clId="{0C26C521-4CCD-557A-904D-1FFE07DDE4F0}" dt="2026-01-07T03:24:47.596" v="1550" actId="478"/>
          <ac:spMkLst>
            <pc:docMk/>
            <pc:sldMk cId="2580634833" sldId="266"/>
            <ac:spMk id="5" creationId="{AA662635-A589-02F4-F21F-8788FD232D2B}"/>
          </ac:spMkLst>
        </pc:spChg>
      </pc:sldChg>
      <pc:sldChg chg="modSp new mod">
        <pc:chgData name="Adrian Lee" userId="0e12a362-abc1-4eee-b614-8a1327963f7e" providerId="ADAL" clId="{0C26C521-4CCD-557A-904D-1FFE07DDE4F0}" dt="2026-01-07T03:37:03.072" v="1971" actId="20577"/>
        <pc:sldMkLst>
          <pc:docMk/>
          <pc:sldMk cId="1639456956" sldId="267"/>
        </pc:sldMkLst>
        <pc:spChg chg="mod">
          <ac:chgData name="Adrian Lee" userId="0e12a362-abc1-4eee-b614-8a1327963f7e" providerId="ADAL" clId="{0C26C521-4CCD-557A-904D-1FFE07DDE4F0}" dt="2026-01-07T03:35:39.993" v="1920" actId="20577"/>
          <ac:spMkLst>
            <pc:docMk/>
            <pc:sldMk cId="1639456956" sldId="267"/>
            <ac:spMk id="2" creationId="{3D5C9D9A-6D90-BC6F-D31E-C479D076267B}"/>
          </ac:spMkLst>
        </pc:spChg>
        <pc:spChg chg="mod">
          <ac:chgData name="Adrian Lee" userId="0e12a362-abc1-4eee-b614-8a1327963f7e" providerId="ADAL" clId="{0C26C521-4CCD-557A-904D-1FFE07DDE4F0}" dt="2026-01-07T03:37:03.072" v="1971" actId="20577"/>
          <ac:spMkLst>
            <pc:docMk/>
            <pc:sldMk cId="1639456956" sldId="267"/>
            <ac:spMk id="3" creationId="{91DAB9C4-E036-5AFD-6411-874DD60E4123}"/>
          </ac:spMkLst>
        </pc:spChg>
      </pc:sldChg>
      <pc:sldChg chg="addSp modSp new mod">
        <pc:chgData name="Adrian Lee" userId="0e12a362-abc1-4eee-b614-8a1327963f7e" providerId="ADAL" clId="{0C26C521-4CCD-557A-904D-1FFE07DDE4F0}" dt="2026-01-08T02:42:22.640" v="4206" actId="1076"/>
        <pc:sldMkLst>
          <pc:docMk/>
          <pc:sldMk cId="4088362053" sldId="268"/>
        </pc:sldMkLst>
        <pc:spChg chg="mod">
          <ac:chgData name="Adrian Lee" userId="0e12a362-abc1-4eee-b614-8a1327963f7e" providerId="ADAL" clId="{0C26C521-4CCD-557A-904D-1FFE07DDE4F0}" dt="2026-01-08T02:37:18.729" v="3755" actId="20577"/>
          <ac:spMkLst>
            <pc:docMk/>
            <pc:sldMk cId="4088362053" sldId="268"/>
            <ac:spMk id="2" creationId="{67E15975-81CE-3FD7-4206-7AF3326EDB05}"/>
          </ac:spMkLst>
        </pc:spChg>
        <pc:spChg chg="mod">
          <ac:chgData name="Adrian Lee" userId="0e12a362-abc1-4eee-b614-8a1327963f7e" providerId="ADAL" clId="{0C26C521-4CCD-557A-904D-1FFE07DDE4F0}" dt="2026-01-08T02:42:18.925" v="4205" actId="14100"/>
          <ac:spMkLst>
            <pc:docMk/>
            <pc:sldMk cId="4088362053" sldId="268"/>
            <ac:spMk id="3" creationId="{4B997663-9558-03CC-F3EE-A458F7616DCD}"/>
          </ac:spMkLst>
        </pc:spChg>
        <pc:spChg chg="add mod">
          <ac:chgData name="Adrian Lee" userId="0e12a362-abc1-4eee-b614-8a1327963f7e" providerId="ADAL" clId="{0C26C521-4CCD-557A-904D-1FFE07DDE4F0}" dt="2026-01-07T11:07:32.425" v="3201" actId="1076"/>
          <ac:spMkLst>
            <pc:docMk/>
            <pc:sldMk cId="4088362053" sldId="268"/>
            <ac:spMk id="5" creationId="{F4862CFD-6D16-E4AA-8255-546890830643}"/>
          </ac:spMkLst>
        </pc:spChg>
        <pc:graphicFrameChg chg="add mod modGraphic">
          <ac:chgData name="Adrian Lee" userId="0e12a362-abc1-4eee-b614-8a1327963f7e" providerId="ADAL" clId="{0C26C521-4CCD-557A-904D-1FFE07DDE4F0}" dt="2026-01-08T02:42:22.640" v="4206" actId="1076"/>
          <ac:graphicFrameMkLst>
            <pc:docMk/>
            <pc:sldMk cId="4088362053" sldId="268"/>
            <ac:graphicFrameMk id="6" creationId="{2A316206-0303-AE8E-C94A-7DE64F186FC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3C4B4B-A69D-8945-BC0D-A89C14E56B0C}"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en-GB"/>
        </a:p>
      </dgm:t>
    </dgm:pt>
    <dgm:pt modelId="{4A19B996-BBE8-3C41-8F7D-4393F11ACE08}">
      <dgm:prSet phldrT="[Text]">
        <dgm:style>
          <a:lnRef idx="2">
            <a:schemeClr val="accent3">
              <a:shade val="15000"/>
            </a:schemeClr>
          </a:lnRef>
          <a:fillRef idx="1">
            <a:schemeClr val="accent3"/>
          </a:fillRef>
          <a:effectRef idx="0">
            <a:schemeClr val="accent3"/>
          </a:effectRef>
          <a:fontRef idx="minor">
            <a:schemeClr val="lt1"/>
          </a:fontRef>
        </dgm:style>
      </dgm:prSet>
      <dgm:spPr/>
      <dgm:t>
        <a:bodyPr/>
        <a:lstStyle/>
        <a:p>
          <a:r>
            <a:rPr lang="en-GB" dirty="0"/>
            <a:t>Raw Sequence Data (</a:t>
          </a:r>
          <a:r>
            <a:rPr lang="en-GB" i="1" dirty="0" err="1"/>
            <a:t>fastq</a:t>
          </a:r>
          <a:r>
            <a:rPr lang="en-GB" dirty="0"/>
            <a:t>)</a:t>
          </a:r>
        </a:p>
      </dgm:t>
    </dgm:pt>
    <dgm:pt modelId="{6D55EDC7-3A0C-1E43-8928-06D717240205}" type="parTrans" cxnId="{F79E5C9D-963C-4E46-BF54-636374BADF4D}">
      <dgm:prSet/>
      <dgm:spPr/>
      <dgm:t>
        <a:bodyPr/>
        <a:lstStyle/>
        <a:p>
          <a:endParaRPr lang="en-GB"/>
        </a:p>
      </dgm:t>
    </dgm:pt>
    <dgm:pt modelId="{3BD97E86-B446-DD4D-8B43-CAF27BA01530}" type="sibTrans" cxnId="{F79E5C9D-963C-4E46-BF54-636374BADF4D}">
      <dgm:prSet/>
      <dgm:spPr/>
      <dgm:t>
        <a:bodyPr/>
        <a:lstStyle/>
        <a:p>
          <a:endParaRPr lang="en-GB" dirty="0"/>
        </a:p>
      </dgm:t>
    </dgm:pt>
    <dgm:pt modelId="{12B351B3-A3F5-1C42-AE83-769AAC661668}">
      <dgm:prSet phldrT="[Text]">
        <dgm:style>
          <a:lnRef idx="2">
            <a:schemeClr val="accent3">
              <a:shade val="15000"/>
            </a:schemeClr>
          </a:lnRef>
          <a:fillRef idx="1">
            <a:schemeClr val="accent3"/>
          </a:fillRef>
          <a:effectRef idx="0">
            <a:schemeClr val="accent3"/>
          </a:effectRef>
          <a:fontRef idx="minor">
            <a:schemeClr val="lt1"/>
          </a:fontRef>
        </dgm:style>
      </dgm:prSet>
      <dgm:spPr/>
      <dgm:t>
        <a:bodyPr/>
        <a:lstStyle/>
        <a:p>
          <a:r>
            <a:rPr lang="en-GB" dirty="0"/>
            <a:t>Alignment / Read Mapping (</a:t>
          </a:r>
          <a:r>
            <a:rPr lang="en-GB" i="1" dirty="0"/>
            <a:t>BWA–MEM</a:t>
          </a:r>
          <a:r>
            <a:rPr lang="en-GB" dirty="0"/>
            <a:t>)</a:t>
          </a:r>
        </a:p>
      </dgm:t>
    </dgm:pt>
    <dgm:pt modelId="{9CD5A24F-F24C-BB48-A062-520E32C3D681}" type="parTrans" cxnId="{8EBD4E4E-E46C-2B4C-A184-F85BCB6C6869}">
      <dgm:prSet/>
      <dgm:spPr/>
      <dgm:t>
        <a:bodyPr/>
        <a:lstStyle/>
        <a:p>
          <a:endParaRPr lang="en-GB"/>
        </a:p>
      </dgm:t>
    </dgm:pt>
    <dgm:pt modelId="{F41211FF-3D12-9542-8771-27E4B4379977}" type="sibTrans" cxnId="{8EBD4E4E-E46C-2B4C-A184-F85BCB6C6869}">
      <dgm:prSet/>
      <dgm:spPr/>
      <dgm:t>
        <a:bodyPr/>
        <a:lstStyle/>
        <a:p>
          <a:endParaRPr lang="en-GB"/>
        </a:p>
      </dgm:t>
    </dgm:pt>
    <dgm:pt modelId="{4C0F1A96-F942-7541-9700-70425CF40E87}">
      <dgm:prSet phldrT="[Text]">
        <dgm:style>
          <a:lnRef idx="2">
            <a:schemeClr val="accent3">
              <a:shade val="15000"/>
            </a:schemeClr>
          </a:lnRef>
          <a:fillRef idx="1">
            <a:schemeClr val="accent3"/>
          </a:fillRef>
          <a:effectRef idx="0">
            <a:schemeClr val="accent3"/>
          </a:effectRef>
          <a:fontRef idx="minor">
            <a:schemeClr val="lt1"/>
          </a:fontRef>
        </dgm:style>
      </dgm:prSet>
      <dgm:spPr/>
      <dgm:t>
        <a:bodyPr/>
        <a:lstStyle/>
        <a:p>
          <a:r>
            <a:rPr lang="en-GB" dirty="0"/>
            <a:t>Alignment Post-processing (</a:t>
          </a:r>
          <a:r>
            <a:rPr lang="en-GB" i="1" dirty="0" err="1"/>
            <a:t>Samtools</a:t>
          </a:r>
          <a:r>
            <a:rPr lang="en-GB" dirty="0"/>
            <a:t>)</a:t>
          </a:r>
        </a:p>
      </dgm:t>
    </dgm:pt>
    <dgm:pt modelId="{F83A872E-3A55-C64F-8E77-614DBF231607}" type="parTrans" cxnId="{D71C1231-F289-9C44-A192-828CDE265742}">
      <dgm:prSet/>
      <dgm:spPr/>
      <dgm:t>
        <a:bodyPr/>
        <a:lstStyle/>
        <a:p>
          <a:endParaRPr lang="en-GB"/>
        </a:p>
      </dgm:t>
    </dgm:pt>
    <dgm:pt modelId="{91221568-D476-4649-971B-3F5879DBD497}" type="sibTrans" cxnId="{D71C1231-F289-9C44-A192-828CDE265742}">
      <dgm:prSet/>
      <dgm:spPr/>
      <dgm:t>
        <a:bodyPr/>
        <a:lstStyle/>
        <a:p>
          <a:endParaRPr lang="en-GB"/>
        </a:p>
      </dgm:t>
    </dgm:pt>
    <dgm:pt modelId="{07EC7B46-8CBB-6C4E-89F8-6481F3671E02}">
      <dgm:prSet phldrT="[Text]">
        <dgm:style>
          <a:lnRef idx="2">
            <a:schemeClr val="accent2">
              <a:shade val="15000"/>
            </a:schemeClr>
          </a:lnRef>
          <a:fillRef idx="1">
            <a:schemeClr val="accent2"/>
          </a:fillRef>
          <a:effectRef idx="0">
            <a:schemeClr val="accent2"/>
          </a:effectRef>
          <a:fontRef idx="minor">
            <a:schemeClr val="lt1"/>
          </a:fontRef>
        </dgm:style>
      </dgm:prSet>
      <dgm:spPr/>
      <dgm:t>
        <a:bodyPr/>
        <a:lstStyle/>
        <a:p>
          <a:r>
            <a:rPr lang="en-GB" dirty="0"/>
            <a:t>Variant Calling (next slide)</a:t>
          </a:r>
        </a:p>
      </dgm:t>
    </dgm:pt>
    <dgm:pt modelId="{EB64085C-A8F6-C74D-AE71-3A864563434B}" type="parTrans" cxnId="{F4668E14-FAD6-5449-B864-49012D996D74}">
      <dgm:prSet/>
      <dgm:spPr/>
      <dgm:t>
        <a:bodyPr/>
        <a:lstStyle/>
        <a:p>
          <a:endParaRPr lang="en-GB"/>
        </a:p>
      </dgm:t>
    </dgm:pt>
    <dgm:pt modelId="{4EA9E75E-FB74-9340-ABF9-112AE8E1AD30}" type="sibTrans" cxnId="{F4668E14-FAD6-5449-B864-49012D996D74}">
      <dgm:prSet/>
      <dgm:spPr/>
      <dgm:t>
        <a:bodyPr/>
        <a:lstStyle/>
        <a:p>
          <a:endParaRPr lang="en-GB"/>
        </a:p>
      </dgm:t>
    </dgm:pt>
    <dgm:pt modelId="{C1CFDE31-925D-334C-A0D2-76475A96BB33}" type="pres">
      <dgm:prSet presAssocID="{1B3C4B4B-A69D-8945-BC0D-A89C14E56B0C}" presName="diagram" presStyleCnt="0">
        <dgm:presLayoutVars>
          <dgm:dir/>
          <dgm:resizeHandles val="exact"/>
        </dgm:presLayoutVars>
      </dgm:prSet>
      <dgm:spPr/>
    </dgm:pt>
    <dgm:pt modelId="{228B8AAE-4630-524F-9BEF-4B3392DDAA79}" type="pres">
      <dgm:prSet presAssocID="{4A19B996-BBE8-3C41-8F7D-4393F11ACE08}" presName="node" presStyleLbl="node1" presStyleIdx="0" presStyleCnt="4">
        <dgm:presLayoutVars>
          <dgm:bulletEnabled val="1"/>
        </dgm:presLayoutVars>
      </dgm:prSet>
      <dgm:spPr/>
    </dgm:pt>
    <dgm:pt modelId="{310A9B23-331D-1B4B-BCC8-7D749CCF2D80}" type="pres">
      <dgm:prSet presAssocID="{3BD97E86-B446-DD4D-8B43-CAF27BA01530}" presName="sibTrans" presStyleLbl="sibTrans2D1" presStyleIdx="0" presStyleCnt="3"/>
      <dgm:spPr/>
    </dgm:pt>
    <dgm:pt modelId="{9C983849-F17F-3041-9BE7-58FCE45FA900}" type="pres">
      <dgm:prSet presAssocID="{3BD97E86-B446-DD4D-8B43-CAF27BA01530}" presName="connectorText" presStyleLbl="sibTrans2D1" presStyleIdx="0" presStyleCnt="3"/>
      <dgm:spPr/>
    </dgm:pt>
    <dgm:pt modelId="{2D2128EA-C4A3-5E40-A3FA-5ECECCD685C9}" type="pres">
      <dgm:prSet presAssocID="{12B351B3-A3F5-1C42-AE83-769AAC661668}" presName="node" presStyleLbl="node1" presStyleIdx="1" presStyleCnt="4">
        <dgm:presLayoutVars>
          <dgm:bulletEnabled val="1"/>
        </dgm:presLayoutVars>
      </dgm:prSet>
      <dgm:spPr/>
    </dgm:pt>
    <dgm:pt modelId="{5E4D5F97-D291-1A41-B92C-A649847DE955}" type="pres">
      <dgm:prSet presAssocID="{F41211FF-3D12-9542-8771-27E4B4379977}" presName="sibTrans" presStyleLbl="sibTrans2D1" presStyleIdx="1" presStyleCnt="3"/>
      <dgm:spPr/>
    </dgm:pt>
    <dgm:pt modelId="{EF8C7567-68FA-2E4E-97BB-244A1A9DE267}" type="pres">
      <dgm:prSet presAssocID="{F41211FF-3D12-9542-8771-27E4B4379977}" presName="connectorText" presStyleLbl="sibTrans2D1" presStyleIdx="1" presStyleCnt="3"/>
      <dgm:spPr/>
    </dgm:pt>
    <dgm:pt modelId="{08F66F26-3927-5543-82C1-83FF8B50C867}" type="pres">
      <dgm:prSet presAssocID="{4C0F1A96-F942-7541-9700-70425CF40E87}" presName="node" presStyleLbl="node1" presStyleIdx="2" presStyleCnt="4">
        <dgm:presLayoutVars>
          <dgm:bulletEnabled val="1"/>
        </dgm:presLayoutVars>
      </dgm:prSet>
      <dgm:spPr/>
    </dgm:pt>
    <dgm:pt modelId="{D24387AE-1742-8147-827F-D9C428EC4FB8}" type="pres">
      <dgm:prSet presAssocID="{91221568-D476-4649-971B-3F5879DBD497}" presName="sibTrans" presStyleLbl="sibTrans2D1" presStyleIdx="2" presStyleCnt="3"/>
      <dgm:spPr/>
    </dgm:pt>
    <dgm:pt modelId="{826AAA70-3098-ED4A-ABBA-1AA4E01216F2}" type="pres">
      <dgm:prSet presAssocID="{91221568-D476-4649-971B-3F5879DBD497}" presName="connectorText" presStyleLbl="sibTrans2D1" presStyleIdx="2" presStyleCnt="3"/>
      <dgm:spPr/>
    </dgm:pt>
    <dgm:pt modelId="{94F712EC-84D5-0840-A68E-2BB109D5D1AA}" type="pres">
      <dgm:prSet presAssocID="{07EC7B46-8CBB-6C4E-89F8-6481F3671E02}" presName="node" presStyleLbl="node1" presStyleIdx="3" presStyleCnt="4">
        <dgm:presLayoutVars>
          <dgm:bulletEnabled val="1"/>
        </dgm:presLayoutVars>
      </dgm:prSet>
      <dgm:spPr/>
    </dgm:pt>
  </dgm:ptLst>
  <dgm:cxnLst>
    <dgm:cxn modelId="{F4668E14-FAD6-5449-B864-49012D996D74}" srcId="{1B3C4B4B-A69D-8945-BC0D-A89C14E56B0C}" destId="{07EC7B46-8CBB-6C4E-89F8-6481F3671E02}" srcOrd="3" destOrd="0" parTransId="{EB64085C-A8F6-C74D-AE71-3A864563434B}" sibTransId="{4EA9E75E-FB74-9340-ABF9-112AE8E1AD30}"/>
    <dgm:cxn modelId="{041A8017-E7B7-7C45-ABA1-BB09D18A0208}" type="presOf" srcId="{3BD97E86-B446-DD4D-8B43-CAF27BA01530}" destId="{9C983849-F17F-3041-9BE7-58FCE45FA900}" srcOrd="1" destOrd="0" presId="urn:microsoft.com/office/officeart/2005/8/layout/process5"/>
    <dgm:cxn modelId="{4BB4761A-89E3-F441-9167-E3C33ED431ED}" type="presOf" srcId="{91221568-D476-4649-971B-3F5879DBD497}" destId="{826AAA70-3098-ED4A-ABBA-1AA4E01216F2}" srcOrd="1" destOrd="0" presId="urn:microsoft.com/office/officeart/2005/8/layout/process5"/>
    <dgm:cxn modelId="{EFD4452F-D0D7-2C40-B13C-66941FF5FE3A}" type="presOf" srcId="{4A19B996-BBE8-3C41-8F7D-4393F11ACE08}" destId="{228B8AAE-4630-524F-9BEF-4B3392DDAA79}" srcOrd="0" destOrd="0" presId="urn:microsoft.com/office/officeart/2005/8/layout/process5"/>
    <dgm:cxn modelId="{D71C1231-F289-9C44-A192-828CDE265742}" srcId="{1B3C4B4B-A69D-8945-BC0D-A89C14E56B0C}" destId="{4C0F1A96-F942-7541-9700-70425CF40E87}" srcOrd="2" destOrd="0" parTransId="{F83A872E-3A55-C64F-8E77-614DBF231607}" sibTransId="{91221568-D476-4649-971B-3F5879DBD497}"/>
    <dgm:cxn modelId="{94BBF142-032A-1C47-BA34-086D1EBC2354}" type="presOf" srcId="{07EC7B46-8CBB-6C4E-89F8-6481F3671E02}" destId="{94F712EC-84D5-0840-A68E-2BB109D5D1AA}" srcOrd="0" destOrd="0" presId="urn:microsoft.com/office/officeart/2005/8/layout/process5"/>
    <dgm:cxn modelId="{8EBD4E4E-E46C-2B4C-A184-F85BCB6C6869}" srcId="{1B3C4B4B-A69D-8945-BC0D-A89C14E56B0C}" destId="{12B351B3-A3F5-1C42-AE83-769AAC661668}" srcOrd="1" destOrd="0" parTransId="{9CD5A24F-F24C-BB48-A062-520E32C3D681}" sibTransId="{F41211FF-3D12-9542-8771-27E4B4379977}"/>
    <dgm:cxn modelId="{8AF76252-D554-B649-BAA8-24FF3A14C2B8}" type="presOf" srcId="{F41211FF-3D12-9542-8771-27E4B4379977}" destId="{5E4D5F97-D291-1A41-B92C-A649847DE955}" srcOrd="0" destOrd="0" presId="urn:microsoft.com/office/officeart/2005/8/layout/process5"/>
    <dgm:cxn modelId="{C508E67B-5BE8-7C40-943B-ACBFCB057CFA}" type="presOf" srcId="{F41211FF-3D12-9542-8771-27E4B4379977}" destId="{EF8C7567-68FA-2E4E-97BB-244A1A9DE267}" srcOrd="1" destOrd="0" presId="urn:microsoft.com/office/officeart/2005/8/layout/process5"/>
    <dgm:cxn modelId="{9AE23082-4F4F-E04C-80E3-EA4B68B980A3}" type="presOf" srcId="{91221568-D476-4649-971B-3F5879DBD497}" destId="{D24387AE-1742-8147-827F-D9C428EC4FB8}" srcOrd="0" destOrd="0" presId="urn:microsoft.com/office/officeart/2005/8/layout/process5"/>
    <dgm:cxn modelId="{80565590-F0B7-5449-9EC8-81C6E94581B4}" type="presOf" srcId="{3BD97E86-B446-DD4D-8B43-CAF27BA01530}" destId="{310A9B23-331D-1B4B-BCC8-7D749CCF2D80}" srcOrd="0" destOrd="0" presId="urn:microsoft.com/office/officeart/2005/8/layout/process5"/>
    <dgm:cxn modelId="{F79E5C9D-963C-4E46-BF54-636374BADF4D}" srcId="{1B3C4B4B-A69D-8945-BC0D-A89C14E56B0C}" destId="{4A19B996-BBE8-3C41-8F7D-4393F11ACE08}" srcOrd="0" destOrd="0" parTransId="{6D55EDC7-3A0C-1E43-8928-06D717240205}" sibTransId="{3BD97E86-B446-DD4D-8B43-CAF27BA01530}"/>
    <dgm:cxn modelId="{309671AC-58D7-2040-90C0-0D41DA636CB7}" type="presOf" srcId="{12B351B3-A3F5-1C42-AE83-769AAC661668}" destId="{2D2128EA-C4A3-5E40-A3FA-5ECECCD685C9}" srcOrd="0" destOrd="0" presId="urn:microsoft.com/office/officeart/2005/8/layout/process5"/>
    <dgm:cxn modelId="{A9BEC5B6-16D2-634E-A29A-BAC1995B413B}" type="presOf" srcId="{4C0F1A96-F942-7541-9700-70425CF40E87}" destId="{08F66F26-3927-5543-82C1-83FF8B50C867}" srcOrd="0" destOrd="0" presId="urn:microsoft.com/office/officeart/2005/8/layout/process5"/>
    <dgm:cxn modelId="{D3B12FFF-20B2-084B-87FF-D151EC39AA5B}" type="presOf" srcId="{1B3C4B4B-A69D-8945-BC0D-A89C14E56B0C}" destId="{C1CFDE31-925D-334C-A0D2-76475A96BB33}" srcOrd="0" destOrd="0" presId="urn:microsoft.com/office/officeart/2005/8/layout/process5"/>
    <dgm:cxn modelId="{493C4596-B940-1241-B80F-FFFDFAD66767}" type="presParOf" srcId="{C1CFDE31-925D-334C-A0D2-76475A96BB33}" destId="{228B8AAE-4630-524F-9BEF-4B3392DDAA79}" srcOrd="0" destOrd="0" presId="urn:microsoft.com/office/officeart/2005/8/layout/process5"/>
    <dgm:cxn modelId="{5CDD81A7-B010-C54F-A4B1-23AED7CAE616}" type="presParOf" srcId="{C1CFDE31-925D-334C-A0D2-76475A96BB33}" destId="{310A9B23-331D-1B4B-BCC8-7D749CCF2D80}" srcOrd="1" destOrd="0" presId="urn:microsoft.com/office/officeart/2005/8/layout/process5"/>
    <dgm:cxn modelId="{F8F30A28-DA8E-DC42-A466-0CF8668E6FB6}" type="presParOf" srcId="{310A9B23-331D-1B4B-BCC8-7D749CCF2D80}" destId="{9C983849-F17F-3041-9BE7-58FCE45FA900}" srcOrd="0" destOrd="0" presId="urn:microsoft.com/office/officeart/2005/8/layout/process5"/>
    <dgm:cxn modelId="{7012DDEC-ED42-BA4A-8496-13707B42F78B}" type="presParOf" srcId="{C1CFDE31-925D-334C-A0D2-76475A96BB33}" destId="{2D2128EA-C4A3-5E40-A3FA-5ECECCD685C9}" srcOrd="2" destOrd="0" presId="urn:microsoft.com/office/officeart/2005/8/layout/process5"/>
    <dgm:cxn modelId="{36AEBF9D-6035-A642-9A78-CEB62A0C9321}" type="presParOf" srcId="{C1CFDE31-925D-334C-A0D2-76475A96BB33}" destId="{5E4D5F97-D291-1A41-B92C-A649847DE955}" srcOrd="3" destOrd="0" presId="urn:microsoft.com/office/officeart/2005/8/layout/process5"/>
    <dgm:cxn modelId="{ED1B64A1-0553-C240-9D14-1E22F6F5304D}" type="presParOf" srcId="{5E4D5F97-D291-1A41-B92C-A649847DE955}" destId="{EF8C7567-68FA-2E4E-97BB-244A1A9DE267}" srcOrd="0" destOrd="0" presId="urn:microsoft.com/office/officeart/2005/8/layout/process5"/>
    <dgm:cxn modelId="{37EF10EB-32AE-694D-87A8-D9EB50938F75}" type="presParOf" srcId="{C1CFDE31-925D-334C-A0D2-76475A96BB33}" destId="{08F66F26-3927-5543-82C1-83FF8B50C867}" srcOrd="4" destOrd="0" presId="urn:microsoft.com/office/officeart/2005/8/layout/process5"/>
    <dgm:cxn modelId="{91E367F7-BDB6-9242-9638-DFD6B33E23A0}" type="presParOf" srcId="{C1CFDE31-925D-334C-A0D2-76475A96BB33}" destId="{D24387AE-1742-8147-827F-D9C428EC4FB8}" srcOrd="5" destOrd="0" presId="urn:microsoft.com/office/officeart/2005/8/layout/process5"/>
    <dgm:cxn modelId="{004C066D-F09F-4448-B515-187D8C96C00A}" type="presParOf" srcId="{D24387AE-1742-8147-827F-D9C428EC4FB8}" destId="{826AAA70-3098-ED4A-ABBA-1AA4E01216F2}" srcOrd="0" destOrd="0" presId="urn:microsoft.com/office/officeart/2005/8/layout/process5"/>
    <dgm:cxn modelId="{EA7F26DB-F8B3-784A-8151-E9E4CE1D6537}" type="presParOf" srcId="{C1CFDE31-925D-334C-A0D2-76475A96BB33}" destId="{94F712EC-84D5-0840-A68E-2BB109D5D1AA}"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2427D6-5B72-BB4C-AB7C-2B87AE773CBD}"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en-GB"/>
        </a:p>
      </dgm:t>
    </dgm:pt>
    <dgm:pt modelId="{21CBB195-ABCD-E14A-9366-E7AB841FF3FE}">
      <dgm:prSet phldrT="[Text]">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GB" dirty="0"/>
            <a:t>Variant Calling (</a:t>
          </a:r>
          <a:r>
            <a:rPr lang="en-GB" i="1" dirty="0" err="1"/>
            <a:t>mpileup</a:t>
          </a:r>
          <a:r>
            <a:rPr lang="en-GB" dirty="0"/>
            <a:t>)</a:t>
          </a:r>
        </a:p>
      </dgm:t>
    </dgm:pt>
    <dgm:pt modelId="{4F7E8213-0DAE-7E4C-8663-21C436AFC4F5}" type="parTrans" cxnId="{190C520B-76E8-9840-951E-0D990B1F8286}">
      <dgm:prSet/>
      <dgm:spPr/>
      <dgm:t>
        <a:bodyPr/>
        <a:lstStyle/>
        <a:p>
          <a:endParaRPr lang="en-GB"/>
        </a:p>
      </dgm:t>
    </dgm:pt>
    <dgm:pt modelId="{0B4A7FD7-2499-9B43-85C5-A6900109F891}" type="sibTrans" cxnId="{190C520B-76E8-9840-951E-0D990B1F8286}">
      <dgm:prSet/>
      <dgm:spPr/>
      <dgm:t>
        <a:bodyPr/>
        <a:lstStyle/>
        <a:p>
          <a:endParaRPr lang="en-GB"/>
        </a:p>
      </dgm:t>
    </dgm:pt>
    <dgm:pt modelId="{99D6D90E-83D5-2A4D-906F-52414EE687B5}">
      <dgm:prSet phldrT="[Text]">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GB" dirty="0"/>
            <a:t>Variant Calling (</a:t>
          </a:r>
          <a:r>
            <a:rPr lang="en-GB" i="1" dirty="0"/>
            <a:t>call</a:t>
          </a:r>
          <a:r>
            <a:rPr lang="en-GB" dirty="0"/>
            <a:t>)</a:t>
          </a:r>
        </a:p>
      </dgm:t>
    </dgm:pt>
    <dgm:pt modelId="{3FAE5C1A-3941-0C42-8305-81FC44D8E86A}" type="parTrans" cxnId="{92C57D48-D488-444A-8272-C25302BB5CC6}">
      <dgm:prSet/>
      <dgm:spPr/>
      <dgm:t>
        <a:bodyPr/>
        <a:lstStyle/>
        <a:p>
          <a:endParaRPr lang="en-GB"/>
        </a:p>
      </dgm:t>
    </dgm:pt>
    <dgm:pt modelId="{1B09B717-2F30-0A4F-B4BB-545E7FE4EFBD}" type="sibTrans" cxnId="{92C57D48-D488-444A-8272-C25302BB5CC6}">
      <dgm:prSet/>
      <dgm:spPr/>
      <dgm:t>
        <a:bodyPr/>
        <a:lstStyle/>
        <a:p>
          <a:endParaRPr lang="en-GB"/>
        </a:p>
      </dgm:t>
    </dgm:pt>
    <dgm:pt modelId="{49286E3B-0AEC-BD45-9CC1-A874CA09653D}">
      <dgm:prSet phldrT="[Text]">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GB" dirty="0"/>
            <a:t>Extract SNPs (</a:t>
          </a:r>
          <a:r>
            <a:rPr lang="en-GB" i="1" dirty="0"/>
            <a:t>view</a:t>
          </a:r>
          <a:r>
            <a:rPr lang="en-GB" dirty="0"/>
            <a:t>)</a:t>
          </a:r>
        </a:p>
      </dgm:t>
    </dgm:pt>
    <dgm:pt modelId="{1BA6B37B-A8E1-5A4A-88F2-6CD38934E22E}" type="parTrans" cxnId="{A151634D-9491-5045-86DD-05154255A836}">
      <dgm:prSet/>
      <dgm:spPr/>
      <dgm:t>
        <a:bodyPr/>
        <a:lstStyle/>
        <a:p>
          <a:endParaRPr lang="en-GB"/>
        </a:p>
      </dgm:t>
    </dgm:pt>
    <dgm:pt modelId="{B32C574D-BDEB-754B-BBA2-6EFB10C72B00}" type="sibTrans" cxnId="{A151634D-9491-5045-86DD-05154255A836}">
      <dgm:prSet/>
      <dgm:spPr/>
      <dgm:t>
        <a:bodyPr/>
        <a:lstStyle/>
        <a:p>
          <a:endParaRPr lang="en-GB"/>
        </a:p>
      </dgm:t>
    </dgm:pt>
    <dgm:pt modelId="{1247D4AE-ACC8-504F-A6CA-63AB7B64AF6C}">
      <dgm:prSet phldrT="[Text]">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GB" dirty="0"/>
            <a:t>Filter (</a:t>
          </a:r>
          <a:r>
            <a:rPr lang="en-GB" i="1" dirty="0"/>
            <a:t>plink</a:t>
          </a:r>
          <a:r>
            <a:rPr lang="en-GB" dirty="0"/>
            <a:t>)</a:t>
          </a:r>
        </a:p>
      </dgm:t>
    </dgm:pt>
    <dgm:pt modelId="{91805809-34E1-AC48-A126-2E0DBB39CF59}" type="parTrans" cxnId="{A0F2EAEE-0D2B-094B-A912-1404D3757DC4}">
      <dgm:prSet/>
      <dgm:spPr/>
      <dgm:t>
        <a:bodyPr/>
        <a:lstStyle/>
        <a:p>
          <a:endParaRPr lang="en-GB"/>
        </a:p>
      </dgm:t>
    </dgm:pt>
    <dgm:pt modelId="{84889806-3869-EE47-A69E-A8B5D5DFF637}" type="sibTrans" cxnId="{A0F2EAEE-0D2B-094B-A912-1404D3757DC4}">
      <dgm:prSet/>
      <dgm:spPr/>
      <dgm:t>
        <a:bodyPr/>
        <a:lstStyle/>
        <a:p>
          <a:endParaRPr lang="en-GB"/>
        </a:p>
      </dgm:t>
    </dgm:pt>
    <dgm:pt modelId="{ABE98A7E-64D0-4643-A418-621A7996E0DD}" type="pres">
      <dgm:prSet presAssocID="{072427D6-5B72-BB4C-AB7C-2B87AE773CBD}" presName="diagram" presStyleCnt="0">
        <dgm:presLayoutVars>
          <dgm:dir/>
          <dgm:resizeHandles val="exact"/>
        </dgm:presLayoutVars>
      </dgm:prSet>
      <dgm:spPr/>
    </dgm:pt>
    <dgm:pt modelId="{23C3002E-1664-6248-89E1-F7BEBC228417}" type="pres">
      <dgm:prSet presAssocID="{21CBB195-ABCD-E14A-9366-E7AB841FF3FE}" presName="node" presStyleLbl="node1" presStyleIdx="0" presStyleCnt="4">
        <dgm:presLayoutVars>
          <dgm:bulletEnabled val="1"/>
        </dgm:presLayoutVars>
      </dgm:prSet>
      <dgm:spPr/>
    </dgm:pt>
    <dgm:pt modelId="{31C01471-903F-DB46-A6D9-4F67A39C0BF9}" type="pres">
      <dgm:prSet presAssocID="{0B4A7FD7-2499-9B43-85C5-A6900109F891}" presName="sibTrans" presStyleLbl="sibTrans2D1" presStyleIdx="0" presStyleCnt="3"/>
      <dgm:spPr/>
    </dgm:pt>
    <dgm:pt modelId="{EF03B2EA-EB74-0449-BBAC-1FBA1BE21BC5}" type="pres">
      <dgm:prSet presAssocID="{0B4A7FD7-2499-9B43-85C5-A6900109F891}" presName="connectorText" presStyleLbl="sibTrans2D1" presStyleIdx="0" presStyleCnt="3"/>
      <dgm:spPr/>
    </dgm:pt>
    <dgm:pt modelId="{38E266D2-6AA6-2747-9A0C-265D6FA641F8}" type="pres">
      <dgm:prSet presAssocID="{99D6D90E-83D5-2A4D-906F-52414EE687B5}" presName="node" presStyleLbl="node1" presStyleIdx="1" presStyleCnt="4">
        <dgm:presLayoutVars>
          <dgm:bulletEnabled val="1"/>
        </dgm:presLayoutVars>
      </dgm:prSet>
      <dgm:spPr/>
    </dgm:pt>
    <dgm:pt modelId="{F1B8DAA1-3BFE-024F-837B-B82150338D27}" type="pres">
      <dgm:prSet presAssocID="{1B09B717-2F30-0A4F-B4BB-545E7FE4EFBD}" presName="sibTrans" presStyleLbl="sibTrans2D1" presStyleIdx="1" presStyleCnt="3"/>
      <dgm:spPr/>
    </dgm:pt>
    <dgm:pt modelId="{065CD942-5F3F-244A-B15E-883545D1BD30}" type="pres">
      <dgm:prSet presAssocID="{1B09B717-2F30-0A4F-B4BB-545E7FE4EFBD}" presName="connectorText" presStyleLbl="sibTrans2D1" presStyleIdx="1" presStyleCnt="3"/>
      <dgm:spPr/>
    </dgm:pt>
    <dgm:pt modelId="{0D35B3FD-24B0-9645-91E1-F9A0EEB16B59}" type="pres">
      <dgm:prSet presAssocID="{49286E3B-0AEC-BD45-9CC1-A874CA09653D}" presName="node" presStyleLbl="node1" presStyleIdx="2" presStyleCnt="4">
        <dgm:presLayoutVars>
          <dgm:bulletEnabled val="1"/>
        </dgm:presLayoutVars>
      </dgm:prSet>
      <dgm:spPr/>
    </dgm:pt>
    <dgm:pt modelId="{E635BAF6-6F95-A743-AA3E-FCCAF465D956}" type="pres">
      <dgm:prSet presAssocID="{B32C574D-BDEB-754B-BBA2-6EFB10C72B00}" presName="sibTrans" presStyleLbl="sibTrans2D1" presStyleIdx="2" presStyleCnt="3"/>
      <dgm:spPr/>
    </dgm:pt>
    <dgm:pt modelId="{B4D2CF5F-3D1E-184C-97F0-2865218F0A4D}" type="pres">
      <dgm:prSet presAssocID="{B32C574D-BDEB-754B-BBA2-6EFB10C72B00}" presName="connectorText" presStyleLbl="sibTrans2D1" presStyleIdx="2" presStyleCnt="3"/>
      <dgm:spPr/>
    </dgm:pt>
    <dgm:pt modelId="{2FF92080-EB88-F04B-B756-636AC3ADEA04}" type="pres">
      <dgm:prSet presAssocID="{1247D4AE-ACC8-504F-A6CA-63AB7B64AF6C}" presName="node" presStyleLbl="node1" presStyleIdx="3" presStyleCnt="4">
        <dgm:presLayoutVars>
          <dgm:bulletEnabled val="1"/>
        </dgm:presLayoutVars>
      </dgm:prSet>
      <dgm:spPr/>
    </dgm:pt>
  </dgm:ptLst>
  <dgm:cxnLst>
    <dgm:cxn modelId="{1AB0EE02-7D51-3C4F-B656-19287146BCFF}" type="presOf" srcId="{0B4A7FD7-2499-9B43-85C5-A6900109F891}" destId="{EF03B2EA-EB74-0449-BBAC-1FBA1BE21BC5}" srcOrd="1" destOrd="0" presId="urn:microsoft.com/office/officeart/2005/8/layout/process5"/>
    <dgm:cxn modelId="{190C520B-76E8-9840-951E-0D990B1F8286}" srcId="{072427D6-5B72-BB4C-AB7C-2B87AE773CBD}" destId="{21CBB195-ABCD-E14A-9366-E7AB841FF3FE}" srcOrd="0" destOrd="0" parTransId="{4F7E8213-0DAE-7E4C-8663-21C436AFC4F5}" sibTransId="{0B4A7FD7-2499-9B43-85C5-A6900109F891}"/>
    <dgm:cxn modelId="{DF8C6414-DE6A-3347-BD42-ABF62685A523}" type="presOf" srcId="{99D6D90E-83D5-2A4D-906F-52414EE687B5}" destId="{38E266D2-6AA6-2747-9A0C-265D6FA641F8}" srcOrd="0" destOrd="0" presId="urn:microsoft.com/office/officeart/2005/8/layout/process5"/>
    <dgm:cxn modelId="{92C57D48-D488-444A-8272-C25302BB5CC6}" srcId="{072427D6-5B72-BB4C-AB7C-2B87AE773CBD}" destId="{99D6D90E-83D5-2A4D-906F-52414EE687B5}" srcOrd="1" destOrd="0" parTransId="{3FAE5C1A-3941-0C42-8305-81FC44D8E86A}" sibTransId="{1B09B717-2F30-0A4F-B4BB-545E7FE4EFBD}"/>
    <dgm:cxn modelId="{A151634D-9491-5045-86DD-05154255A836}" srcId="{072427D6-5B72-BB4C-AB7C-2B87AE773CBD}" destId="{49286E3B-0AEC-BD45-9CC1-A874CA09653D}" srcOrd="2" destOrd="0" parTransId="{1BA6B37B-A8E1-5A4A-88F2-6CD38934E22E}" sibTransId="{B32C574D-BDEB-754B-BBA2-6EFB10C72B00}"/>
    <dgm:cxn modelId="{A5E6EB6F-2060-154A-9FAA-53B70FB2121E}" type="presOf" srcId="{21CBB195-ABCD-E14A-9366-E7AB841FF3FE}" destId="{23C3002E-1664-6248-89E1-F7BEBC228417}" srcOrd="0" destOrd="0" presId="urn:microsoft.com/office/officeart/2005/8/layout/process5"/>
    <dgm:cxn modelId="{49E7D991-1A60-684F-83B5-E9A5E2D42FF8}" type="presOf" srcId="{1B09B717-2F30-0A4F-B4BB-545E7FE4EFBD}" destId="{065CD942-5F3F-244A-B15E-883545D1BD30}" srcOrd="1" destOrd="0" presId="urn:microsoft.com/office/officeart/2005/8/layout/process5"/>
    <dgm:cxn modelId="{195EA599-FB73-F744-86B3-A7A7D7EB2DFA}" type="presOf" srcId="{072427D6-5B72-BB4C-AB7C-2B87AE773CBD}" destId="{ABE98A7E-64D0-4643-A418-621A7996E0DD}" srcOrd="0" destOrd="0" presId="urn:microsoft.com/office/officeart/2005/8/layout/process5"/>
    <dgm:cxn modelId="{744FCFB1-6084-6847-9F34-0BBEA01E8F7B}" type="presOf" srcId="{B32C574D-BDEB-754B-BBA2-6EFB10C72B00}" destId="{B4D2CF5F-3D1E-184C-97F0-2865218F0A4D}" srcOrd="1" destOrd="0" presId="urn:microsoft.com/office/officeart/2005/8/layout/process5"/>
    <dgm:cxn modelId="{1FFC96B6-DFD2-4A49-9880-9A6D6064A61D}" type="presOf" srcId="{0B4A7FD7-2499-9B43-85C5-A6900109F891}" destId="{31C01471-903F-DB46-A6D9-4F67A39C0BF9}" srcOrd="0" destOrd="0" presId="urn:microsoft.com/office/officeart/2005/8/layout/process5"/>
    <dgm:cxn modelId="{5E6E6CB7-D8DF-6B44-A388-003D41951FBC}" type="presOf" srcId="{1247D4AE-ACC8-504F-A6CA-63AB7B64AF6C}" destId="{2FF92080-EB88-F04B-B756-636AC3ADEA04}" srcOrd="0" destOrd="0" presId="urn:microsoft.com/office/officeart/2005/8/layout/process5"/>
    <dgm:cxn modelId="{976F63C9-EC03-344C-A00B-1F56A9C70CD6}" type="presOf" srcId="{49286E3B-0AEC-BD45-9CC1-A874CA09653D}" destId="{0D35B3FD-24B0-9645-91E1-F9A0EEB16B59}" srcOrd="0" destOrd="0" presId="urn:microsoft.com/office/officeart/2005/8/layout/process5"/>
    <dgm:cxn modelId="{D7D5EFCB-A235-7F4F-A9DD-7384F80073B9}" type="presOf" srcId="{B32C574D-BDEB-754B-BBA2-6EFB10C72B00}" destId="{E635BAF6-6F95-A743-AA3E-FCCAF465D956}" srcOrd="0" destOrd="0" presId="urn:microsoft.com/office/officeart/2005/8/layout/process5"/>
    <dgm:cxn modelId="{A0F2EAEE-0D2B-094B-A912-1404D3757DC4}" srcId="{072427D6-5B72-BB4C-AB7C-2B87AE773CBD}" destId="{1247D4AE-ACC8-504F-A6CA-63AB7B64AF6C}" srcOrd="3" destOrd="0" parTransId="{91805809-34E1-AC48-A126-2E0DBB39CF59}" sibTransId="{84889806-3869-EE47-A69E-A8B5D5DFF637}"/>
    <dgm:cxn modelId="{210489F2-95B7-0A43-B597-28C541256243}" type="presOf" srcId="{1B09B717-2F30-0A4F-B4BB-545E7FE4EFBD}" destId="{F1B8DAA1-3BFE-024F-837B-B82150338D27}" srcOrd="0" destOrd="0" presId="urn:microsoft.com/office/officeart/2005/8/layout/process5"/>
    <dgm:cxn modelId="{8522A73D-67A8-3848-89C7-796CC70ECCBD}" type="presParOf" srcId="{ABE98A7E-64D0-4643-A418-621A7996E0DD}" destId="{23C3002E-1664-6248-89E1-F7BEBC228417}" srcOrd="0" destOrd="0" presId="urn:microsoft.com/office/officeart/2005/8/layout/process5"/>
    <dgm:cxn modelId="{DBA16965-EBDD-BD45-93FB-24211AE11A67}" type="presParOf" srcId="{ABE98A7E-64D0-4643-A418-621A7996E0DD}" destId="{31C01471-903F-DB46-A6D9-4F67A39C0BF9}" srcOrd="1" destOrd="0" presId="urn:microsoft.com/office/officeart/2005/8/layout/process5"/>
    <dgm:cxn modelId="{973175DD-8B44-CF43-B6F5-AD83688F6F9E}" type="presParOf" srcId="{31C01471-903F-DB46-A6D9-4F67A39C0BF9}" destId="{EF03B2EA-EB74-0449-BBAC-1FBA1BE21BC5}" srcOrd="0" destOrd="0" presId="urn:microsoft.com/office/officeart/2005/8/layout/process5"/>
    <dgm:cxn modelId="{C5BAB343-0750-3747-8A99-0C82E3FF2563}" type="presParOf" srcId="{ABE98A7E-64D0-4643-A418-621A7996E0DD}" destId="{38E266D2-6AA6-2747-9A0C-265D6FA641F8}" srcOrd="2" destOrd="0" presId="urn:microsoft.com/office/officeart/2005/8/layout/process5"/>
    <dgm:cxn modelId="{53146574-FE0B-8548-A106-D4CB827D8EEC}" type="presParOf" srcId="{ABE98A7E-64D0-4643-A418-621A7996E0DD}" destId="{F1B8DAA1-3BFE-024F-837B-B82150338D27}" srcOrd="3" destOrd="0" presId="urn:microsoft.com/office/officeart/2005/8/layout/process5"/>
    <dgm:cxn modelId="{09FE8AA1-DC56-DE43-BAED-54788F32CEDB}" type="presParOf" srcId="{F1B8DAA1-3BFE-024F-837B-B82150338D27}" destId="{065CD942-5F3F-244A-B15E-883545D1BD30}" srcOrd="0" destOrd="0" presId="urn:microsoft.com/office/officeart/2005/8/layout/process5"/>
    <dgm:cxn modelId="{C1084239-7E6E-4041-9750-967FFE49E8F3}" type="presParOf" srcId="{ABE98A7E-64D0-4643-A418-621A7996E0DD}" destId="{0D35B3FD-24B0-9645-91E1-F9A0EEB16B59}" srcOrd="4" destOrd="0" presId="urn:microsoft.com/office/officeart/2005/8/layout/process5"/>
    <dgm:cxn modelId="{2EFC5BFA-8144-6B43-A0BF-131AE77AC1F0}" type="presParOf" srcId="{ABE98A7E-64D0-4643-A418-621A7996E0DD}" destId="{E635BAF6-6F95-A743-AA3E-FCCAF465D956}" srcOrd="5" destOrd="0" presId="urn:microsoft.com/office/officeart/2005/8/layout/process5"/>
    <dgm:cxn modelId="{42E6A818-F425-2D47-A35E-24BAA9499703}" type="presParOf" srcId="{E635BAF6-6F95-A743-AA3E-FCCAF465D956}" destId="{B4D2CF5F-3D1E-184C-97F0-2865218F0A4D}" srcOrd="0" destOrd="0" presId="urn:microsoft.com/office/officeart/2005/8/layout/process5"/>
    <dgm:cxn modelId="{7863A58A-53C4-6047-8FD3-B3084DA66F9C}" type="presParOf" srcId="{ABE98A7E-64D0-4643-A418-621A7996E0DD}" destId="{2FF92080-EB88-F04B-B756-636AC3ADEA04}"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2427D6-5B72-BB4C-AB7C-2B87AE773CBD}"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en-GB"/>
        </a:p>
      </dgm:t>
    </dgm:pt>
    <dgm:pt modelId="{21CBB195-ABCD-E14A-9366-E7AB841FF3FE}">
      <dgm:prSet phldrT="[Tex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GB" dirty="0"/>
            <a:t>Variant Calling (</a:t>
          </a:r>
          <a:r>
            <a:rPr lang="en-GB" i="1" dirty="0" err="1"/>
            <a:t>HaplotypeCaller</a:t>
          </a:r>
          <a:r>
            <a:rPr lang="en-GB" i="0" dirty="0"/>
            <a:t>)</a:t>
          </a:r>
        </a:p>
      </dgm:t>
    </dgm:pt>
    <dgm:pt modelId="{4F7E8213-0DAE-7E4C-8663-21C436AFC4F5}" type="parTrans" cxnId="{190C520B-76E8-9840-951E-0D990B1F8286}">
      <dgm:prSet/>
      <dgm:spPr/>
      <dgm:t>
        <a:bodyPr/>
        <a:lstStyle/>
        <a:p>
          <a:endParaRPr lang="en-GB"/>
        </a:p>
      </dgm:t>
    </dgm:pt>
    <dgm:pt modelId="{0B4A7FD7-2499-9B43-85C5-A6900109F891}" type="sibTrans" cxnId="{190C520B-76E8-9840-951E-0D990B1F8286}">
      <dgm:prSet/>
      <dgm:spPr/>
      <dgm:t>
        <a:bodyPr/>
        <a:lstStyle/>
        <a:p>
          <a:endParaRPr lang="en-GB"/>
        </a:p>
      </dgm:t>
    </dgm:pt>
    <dgm:pt modelId="{99D6D90E-83D5-2A4D-906F-52414EE687B5}">
      <dgm:prSet phldrT="[Tex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GB" dirty="0"/>
            <a:t>Variant Calling (</a:t>
          </a:r>
          <a:r>
            <a:rPr lang="en-GB" i="1" dirty="0" err="1"/>
            <a:t>CombineGVCF</a:t>
          </a:r>
          <a:r>
            <a:rPr lang="en-GB" dirty="0"/>
            <a:t>)</a:t>
          </a:r>
        </a:p>
      </dgm:t>
    </dgm:pt>
    <dgm:pt modelId="{3FAE5C1A-3941-0C42-8305-81FC44D8E86A}" type="parTrans" cxnId="{92C57D48-D488-444A-8272-C25302BB5CC6}">
      <dgm:prSet/>
      <dgm:spPr/>
      <dgm:t>
        <a:bodyPr/>
        <a:lstStyle/>
        <a:p>
          <a:endParaRPr lang="en-GB"/>
        </a:p>
      </dgm:t>
    </dgm:pt>
    <dgm:pt modelId="{1B09B717-2F30-0A4F-B4BB-545E7FE4EFBD}" type="sibTrans" cxnId="{92C57D48-D488-444A-8272-C25302BB5CC6}">
      <dgm:prSet/>
      <dgm:spPr/>
      <dgm:t>
        <a:bodyPr/>
        <a:lstStyle/>
        <a:p>
          <a:endParaRPr lang="en-GB"/>
        </a:p>
      </dgm:t>
    </dgm:pt>
    <dgm:pt modelId="{49286E3B-0AEC-BD45-9CC1-A874CA09653D}">
      <dgm:prSet phldrT="[Tex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GB" dirty="0"/>
            <a:t>Extract SNPs (</a:t>
          </a:r>
          <a:r>
            <a:rPr lang="en-GB" i="1" dirty="0" err="1"/>
            <a:t>GenotypeGVCFs</a:t>
          </a:r>
          <a:r>
            <a:rPr lang="en-GB" dirty="0"/>
            <a:t>)</a:t>
          </a:r>
        </a:p>
      </dgm:t>
    </dgm:pt>
    <dgm:pt modelId="{1BA6B37B-A8E1-5A4A-88F2-6CD38934E22E}" type="parTrans" cxnId="{A151634D-9491-5045-86DD-05154255A836}">
      <dgm:prSet/>
      <dgm:spPr/>
      <dgm:t>
        <a:bodyPr/>
        <a:lstStyle/>
        <a:p>
          <a:endParaRPr lang="en-GB"/>
        </a:p>
      </dgm:t>
    </dgm:pt>
    <dgm:pt modelId="{B32C574D-BDEB-754B-BBA2-6EFB10C72B00}" type="sibTrans" cxnId="{A151634D-9491-5045-86DD-05154255A836}">
      <dgm:prSet/>
      <dgm:spPr/>
      <dgm:t>
        <a:bodyPr/>
        <a:lstStyle/>
        <a:p>
          <a:endParaRPr lang="en-GB"/>
        </a:p>
      </dgm:t>
    </dgm:pt>
    <dgm:pt modelId="{1247D4AE-ACC8-504F-A6CA-63AB7B64AF6C}">
      <dgm:prSet phldrT="[Tex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GB" dirty="0"/>
            <a:t>Filter (</a:t>
          </a:r>
          <a:r>
            <a:rPr lang="en-GB" i="1" dirty="0"/>
            <a:t>plink</a:t>
          </a:r>
          <a:r>
            <a:rPr lang="en-GB" dirty="0"/>
            <a:t>)</a:t>
          </a:r>
        </a:p>
      </dgm:t>
    </dgm:pt>
    <dgm:pt modelId="{91805809-34E1-AC48-A126-2E0DBB39CF59}" type="parTrans" cxnId="{A0F2EAEE-0D2B-094B-A912-1404D3757DC4}">
      <dgm:prSet/>
      <dgm:spPr/>
      <dgm:t>
        <a:bodyPr/>
        <a:lstStyle/>
        <a:p>
          <a:endParaRPr lang="en-GB"/>
        </a:p>
      </dgm:t>
    </dgm:pt>
    <dgm:pt modelId="{84889806-3869-EE47-A69E-A8B5D5DFF637}" type="sibTrans" cxnId="{A0F2EAEE-0D2B-094B-A912-1404D3757DC4}">
      <dgm:prSet/>
      <dgm:spPr/>
      <dgm:t>
        <a:bodyPr/>
        <a:lstStyle/>
        <a:p>
          <a:endParaRPr lang="en-GB"/>
        </a:p>
      </dgm:t>
    </dgm:pt>
    <dgm:pt modelId="{DBD7FCC3-E65E-8C46-9719-299F933EED86}">
      <dgm:prSe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GB" dirty="0"/>
            <a:t>Extract SNPs (</a:t>
          </a:r>
          <a:r>
            <a:rPr lang="en-GB" i="1" dirty="0" err="1"/>
            <a:t>SelectVariants</a:t>
          </a:r>
          <a:r>
            <a:rPr lang="en-GB" dirty="0"/>
            <a:t>)</a:t>
          </a:r>
        </a:p>
      </dgm:t>
    </dgm:pt>
    <dgm:pt modelId="{3085DFCD-2FCE-0E4E-AD86-7505A58CF39D}" type="parTrans" cxnId="{FEB88510-B775-F746-94EC-4A9BFDE49D7A}">
      <dgm:prSet/>
      <dgm:spPr/>
      <dgm:t>
        <a:bodyPr/>
        <a:lstStyle/>
        <a:p>
          <a:endParaRPr lang="en-GB"/>
        </a:p>
      </dgm:t>
    </dgm:pt>
    <dgm:pt modelId="{7FF2E915-CC87-A342-B119-A23E36128F33}" type="sibTrans" cxnId="{FEB88510-B775-F746-94EC-4A9BFDE49D7A}">
      <dgm:prSet/>
      <dgm:spPr/>
      <dgm:t>
        <a:bodyPr/>
        <a:lstStyle/>
        <a:p>
          <a:endParaRPr lang="en-GB"/>
        </a:p>
      </dgm:t>
    </dgm:pt>
    <dgm:pt modelId="{ABE98A7E-64D0-4643-A418-621A7996E0DD}" type="pres">
      <dgm:prSet presAssocID="{072427D6-5B72-BB4C-AB7C-2B87AE773CBD}" presName="diagram" presStyleCnt="0">
        <dgm:presLayoutVars>
          <dgm:dir/>
          <dgm:resizeHandles val="exact"/>
        </dgm:presLayoutVars>
      </dgm:prSet>
      <dgm:spPr/>
    </dgm:pt>
    <dgm:pt modelId="{23C3002E-1664-6248-89E1-F7BEBC228417}" type="pres">
      <dgm:prSet presAssocID="{21CBB195-ABCD-E14A-9366-E7AB841FF3FE}" presName="node" presStyleLbl="node1" presStyleIdx="0" presStyleCnt="5">
        <dgm:presLayoutVars>
          <dgm:bulletEnabled val="1"/>
        </dgm:presLayoutVars>
      </dgm:prSet>
      <dgm:spPr/>
    </dgm:pt>
    <dgm:pt modelId="{31C01471-903F-DB46-A6D9-4F67A39C0BF9}" type="pres">
      <dgm:prSet presAssocID="{0B4A7FD7-2499-9B43-85C5-A6900109F891}" presName="sibTrans" presStyleLbl="sibTrans2D1" presStyleIdx="0" presStyleCnt="4"/>
      <dgm:spPr/>
    </dgm:pt>
    <dgm:pt modelId="{EF03B2EA-EB74-0449-BBAC-1FBA1BE21BC5}" type="pres">
      <dgm:prSet presAssocID="{0B4A7FD7-2499-9B43-85C5-A6900109F891}" presName="connectorText" presStyleLbl="sibTrans2D1" presStyleIdx="0" presStyleCnt="4"/>
      <dgm:spPr/>
    </dgm:pt>
    <dgm:pt modelId="{38E266D2-6AA6-2747-9A0C-265D6FA641F8}" type="pres">
      <dgm:prSet presAssocID="{99D6D90E-83D5-2A4D-906F-52414EE687B5}" presName="node" presStyleLbl="node1" presStyleIdx="1" presStyleCnt="5">
        <dgm:presLayoutVars>
          <dgm:bulletEnabled val="1"/>
        </dgm:presLayoutVars>
      </dgm:prSet>
      <dgm:spPr/>
    </dgm:pt>
    <dgm:pt modelId="{F1B8DAA1-3BFE-024F-837B-B82150338D27}" type="pres">
      <dgm:prSet presAssocID="{1B09B717-2F30-0A4F-B4BB-545E7FE4EFBD}" presName="sibTrans" presStyleLbl="sibTrans2D1" presStyleIdx="1" presStyleCnt="4"/>
      <dgm:spPr/>
    </dgm:pt>
    <dgm:pt modelId="{065CD942-5F3F-244A-B15E-883545D1BD30}" type="pres">
      <dgm:prSet presAssocID="{1B09B717-2F30-0A4F-B4BB-545E7FE4EFBD}" presName="connectorText" presStyleLbl="sibTrans2D1" presStyleIdx="1" presStyleCnt="4"/>
      <dgm:spPr/>
    </dgm:pt>
    <dgm:pt modelId="{0D35B3FD-24B0-9645-91E1-F9A0EEB16B59}" type="pres">
      <dgm:prSet presAssocID="{49286E3B-0AEC-BD45-9CC1-A874CA09653D}" presName="node" presStyleLbl="node1" presStyleIdx="2" presStyleCnt="5">
        <dgm:presLayoutVars>
          <dgm:bulletEnabled val="1"/>
        </dgm:presLayoutVars>
      </dgm:prSet>
      <dgm:spPr/>
    </dgm:pt>
    <dgm:pt modelId="{E635BAF6-6F95-A743-AA3E-FCCAF465D956}" type="pres">
      <dgm:prSet presAssocID="{B32C574D-BDEB-754B-BBA2-6EFB10C72B00}" presName="sibTrans" presStyleLbl="sibTrans2D1" presStyleIdx="2" presStyleCnt="4"/>
      <dgm:spPr/>
    </dgm:pt>
    <dgm:pt modelId="{B4D2CF5F-3D1E-184C-97F0-2865218F0A4D}" type="pres">
      <dgm:prSet presAssocID="{B32C574D-BDEB-754B-BBA2-6EFB10C72B00}" presName="connectorText" presStyleLbl="sibTrans2D1" presStyleIdx="2" presStyleCnt="4"/>
      <dgm:spPr/>
    </dgm:pt>
    <dgm:pt modelId="{1F1A55A0-2796-854D-BBB7-638456593F3C}" type="pres">
      <dgm:prSet presAssocID="{DBD7FCC3-E65E-8C46-9719-299F933EED86}" presName="node" presStyleLbl="node1" presStyleIdx="3" presStyleCnt="5">
        <dgm:presLayoutVars>
          <dgm:bulletEnabled val="1"/>
        </dgm:presLayoutVars>
      </dgm:prSet>
      <dgm:spPr/>
    </dgm:pt>
    <dgm:pt modelId="{719680B3-6AA3-7249-90A6-C4A0A4816405}" type="pres">
      <dgm:prSet presAssocID="{7FF2E915-CC87-A342-B119-A23E36128F33}" presName="sibTrans" presStyleLbl="sibTrans2D1" presStyleIdx="3" presStyleCnt="4"/>
      <dgm:spPr/>
    </dgm:pt>
    <dgm:pt modelId="{4864A952-E097-3243-A990-D1C526DB6BE0}" type="pres">
      <dgm:prSet presAssocID="{7FF2E915-CC87-A342-B119-A23E36128F33}" presName="connectorText" presStyleLbl="sibTrans2D1" presStyleIdx="3" presStyleCnt="4"/>
      <dgm:spPr/>
    </dgm:pt>
    <dgm:pt modelId="{2FF92080-EB88-F04B-B756-636AC3ADEA04}" type="pres">
      <dgm:prSet presAssocID="{1247D4AE-ACC8-504F-A6CA-63AB7B64AF6C}" presName="node" presStyleLbl="node1" presStyleIdx="4" presStyleCnt="5">
        <dgm:presLayoutVars>
          <dgm:bulletEnabled val="1"/>
        </dgm:presLayoutVars>
      </dgm:prSet>
      <dgm:spPr/>
    </dgm:pt>
  </dgm:ptLst>
  <dgm:cxnLst>
    <dgm:cxn modelId="{1AB0EE02-7D51-3C4F-B656-19287146BCFF}" type="presOf" srcId="{0B4A7FD7-2499-9B43-85C5-A6900109F891}" destId="{EF03B2EA-EB74-0449-BBAC-1FBA1BE21BC5}" srcOrd="1" destOrd="0" presId="urn:microsoft.com/office/officeart/2005/8/layout/process5"/>
    <dgm:cxn modelId="{190C520B-76E8-9840-951E-0D990B1F8286}" srcId="{072427D6-5B72-BB4C-AB7C-2B87AE773CBD}" destId="{21CBB195-ABCD-E14A-9366-E7AB841FF3FE}" srcOrd="0" destOrd="0" parTransId="{4F7E8213-0DAE-7E4C-8663-21C436AFC4F5}" sibTransId="{0B4A7FD7-2499-9B43-85C5-A6900109F891}"/>
    <dgm:cxn modelId="{FEB88510-B775-F746-94EC-4A9BFDE49D7A}" srcId="{072427D6-5B72-BB4C-AB7C-2B87AE773CBD}" destId="{DBD7FCC3-E65E-8C46-9719-299F933EED86}" srcOrd="3" destOrd="0" parTransId="{3085DFCD-2FCE-0E4E-AD86-7505A58CF39D}" sibTransId="{7FF2E915-CC87-A342-B119-A23E36128F33}"/>
    <dgm:cxn modelId="{DF8C6414-DE6A-3347-BD42-ABF62685A523}" type="presOf" srcId="{99D6D90E-83D5-2A4D-906F-52414EE687B5}" destId="{38E266D2-6AA6-2747-9A0C-265D6FA641F8}" srcOrd="0" destOrd="0" presId="urn:microsoft.com/office/officeart/2005/8/layout/process5"/>
    <dgm:cxn modelId="{92C57D48-D488-444A-8272-C25302BB5CC6}" srcId="{072427D6-5B72-BB4C-AB7C-2B87AE773CBD}" destId="{99D6D90E-83D5-2A4D-906F-52414EE687B5}" srcOrd="1" destOrd="0" parTransId="{3FAE5C1A-3941-0C42-8305-81FC44D8E86A}" sibTransId="{1B09B717-2F30-0A4F-B4BB-545E7FE4EFBD}"/>
    <dgm:cxn modelId="{A151634D-9491-5045-86DD-05154255A836}" srcId="{072427D6-5B72-BB4C-AB7C-2B87AE773CBD}" destId="{49286E3B-0AEC-BD45-9CC1-A874CA09653D}" srcOrd="2" destOrd="0" parTransId="{1BA6B37B-A8E1-5A4A-88F2-6CD38934E22E}" sibTransId="{B32C574D-BDEB-754B-BBA2-6EFB10C72B00}"/>
    <dgm:cxn modelId="{75B2294E-C21F-684F-B239-F1E94FA6AFE1}" type="presOf" srcId="{7FF2E915-CC87-A342-B119-A23E36128F33}" destId="{719680B3-6AA3-7249-90A6-C4A0A4816405}" srcOrd="0" destOrd="0" presId="urn:microsoft.com/office/officeart/2005/8/layout/process5"/>
    <dgm:cxn modelId="{AAF95E5B-014C-E740-8B15-6462A714F416}" type="presOf" srcId="{7FF2E915-CC87-A342-B119-A23E36128F33}" destId="{4864A952-E097-3243-A990-D1C526DB6BE0}" srcOrd="1" destOrd="0" presId="urn:microsoft.com/office/officeart/2005/8/layout/process5"/>
    <dgm:cxn modelId="{A5E6EB6F-2060-154A-9FAA-53B70FB2121E}" type="presOf" srcId="{21CBB195-ABCD-E14A-9366-E7AB841FF3FE}" destId="{23C3002E-1664-6248-89E1-F7BEBC228417}" srcOrd="0" destOrd="0" presId="urn:microsoft.com/office/officeart/2005/8/layout/process5"/>
    <dgm:cxn modelId="{49E7D991-1A60-684F-83B5-E9A5E2D42FF8}" type="presOf" srcId="{1B09B717-2F30-0A4F-B4BB-545E7FE4EFBD}" destId="{065CD942-5F3F-244A-B15E-883545D1BD30}" srcOrd="1" destOrd="0" presId="urn:microsoft.com/office/officeart/2005/8/layout/process5"/>
    <dgm:cxn modelId="{195EA599-FB73-F744-86B3-A7A7D7EB2DFA}" type="presOf" srcId="{072427D6-5B72-BB4C-AB7C-2B87AE773CBD}" destId="{ABE98A7E-64D0-4643-A418-621A7996E0DD}" srcOrd="0" destOrd="0" presId="urn:microsoft.com/office/officeart/2005/8/layout/process5"/>
    <dgm:cxn modelId="{744FCFB1-6084-6847-9F34-0BBEA01E8F7B}" type="presOf" srcId="{B32C574D-BDEB-754B-BBA2-6EFB10C72B00}" destId="{B4D2CF5F-3D1E-184C-97F0-2865218F0A4D}" srcOrd="1" destOrd="0" presId="urn:microsoft.com/office/officeart/2005/8/layout/process5"/>
    <dgm:cxn modelId="{1FFC96B6-DFD2-4A49-9880-9A6D6064A61D}" type="presOf" srcId="{0B4A7FD7-2499-9B43-85C5-A6900109F891}" destId="{31C01471-903F-DB46-A6D9-4F67A39C0BF9}" srcOrd="0" destOrd="0" presId="urn:microsoft.com/office/officeart/2005/8/layout/process5"/>
    <dgm:cxn modelId="{5E6E6CB7-D8DF-6B44-A388-003D41951FBC}" type="presOf" srcId="{1247D4AE-ACC8-504F-A6CA-63AB7B64AF6C}" destId="{2FF92080-EB88-F04B-B756-636AC3ADEA04}" srcOrd="0" destOrd="0" presId="urn:microsoft.com/office/officeart/2005/8/layout/process5"/>
    <dgm:cxn modelId="{AEFFA4C5-9BD3-AB45-AD65-670BA1AE9CE5}" type="presOf" srcId="{DBD7FCC3-E65E-8C46-9719-299F933EED86}" destId="{1F1A55A0-2796-854D-BBB7-638456593F3C}" srcOrd="0" destOrd="0" presId="urn:microsoft.com/office/officeart/2005/8/layout/process5"/>
    <dgm:cxn modelId="{976F63C9-EC03-344C-A00B-1F56A9C70CD6}" type="presOf" srcId="{49286E3B-0AEC-BD45-9CC1-A874CA09653D}" destId="{0D35B3FD-24B0-9645-91E1-F9A0EEB16B59}" srcOrd="0" destOrd="0" presId="urn:microsoft.com/office/officeart/2005/8/layout/process5"/>
    <dgm:cxn modelId="{D7D5EFCB-A235-7F4F-A9DD-7384F80073B9}" type="presOf" srcId="{B32C574D-BDEB-754B-BBA2-6EFB10C72B00}" destId="{E635BAF6-6F95-A743-AA3E-FCCAF465D956}" srcOrd="0" destOrd="0" presId="urn:microsoft.com/office/officeart/2005/8/layout/process5"/>
    <dgm:cxn modelId="{A0F2EAEE-0D2B-094B-A912-1404D3757DC4}" srcId="{072427D6-5B72-BB4C-AB7C-2B87AE773CBD}" destId="{1247D4AE-ACC8-504F-A6CA-63AB7B64AF6C}" srcOrd="4" destOrd="0" parTransId="{91805809-34E1-AC48-A126-2E0DBB39CF59}" sibTransId="{84889806-3869-EE47-A69E-A8B5D5DFF637}"/>
    <dgm:cxn modelId="{210489F2-95B7-0A43-B597-28C541256243}" type="presOf" srcId="{1B09B717-2F30-0A4F-B4BB-545E7FE4EFBD}" destId="{F1B8DAA1-3BFE-024F-837B-B82150338D27}" srcOrd="0" destOrd="0" presId="urn:microsoft.com/office/officeart/2005/8/layout/process5"/>
    <dgm:cxn modelId="{8522A73D-67A8-3848-89C7-796CC70ECCBD}" type="presParOf" srcId="{ABE98A7E-64D0-4643-A418-621A7996E0DD}" destId="{23C3002E-1664-6248-89E1-F7BEBC228417}" srcOrd="0" destOrd="0" presId="urn:microsoft.com/office/officeart/2005/8/layout/process5"/>
    <dgm:cxn modelId="{DBA16965-EBDD-BD45-93FB-24211AE11A67}" type="presParOf" srcId="{ABE98A7E-64D0-4643-A418-621A7996E0DD}" destId="{31C01471-903F-DB46-A6D9-4F67A39C0BF9}" srcOrd="1" destOrd="0" presId="urn:microsoft.com/office/officeart/2005/8/layout/process5"/>
    <dgm:cxn modelId="{973175DD-8B44-CF43-B6F5-AD83688F6F9E}" type="presParOf" srcId="{31C01471-903F-DB46-A6D9-4F67A39C0BF9}" destId="{EF03B2EA-EB74-0449-BBAC-1FBA1BE21BC5}" srcOrd="0" destOrd="0" presId="urn:microsoft.com/office/officeart/2005/8/layout/process5"/>
    <dgm:cxn modelId="{C5BAB343-0750-3747-8A99-0C82E3FF2563}" type="presParOf" srcId="{ABE98A7E-64D0-4643-A418-621A7996E0DD}" destId="{38E266D2-6AA6-2747-9A0C-265D6FA641F8}" srcOrd="2" destOrd="0" presId="urn:microsoft.com/office/officeart/2005/8/layout/process5"/>
    <dgm:cxn modelId="{53146574-FE0B-8548-A106-D4CB827D8EEC}" type="presParOf" srcId="{ABE98A7E-64D0-4643-A418-621A7996E0DD}" destId="{F1B8DAA1-3BFE-024F-837B-B82150338D27}" srcOrd="3" destOrd="0" presId="urn:microsoft.com/office/officeart/2005/8/layout/process5"/>
    <dgm:cxn modelId="{09FE8AA1-DC56-DE43-BAED-54788F32CEDB}" type="presParOf" srcId="{F1B8DAA1-3BFE-024F-837B-B82150338D27}" destId="{065CD942-5F3F-244A-B15E-883545D1BD30}" srcOrd="0" destOrd="0" presId="urn:microsoft.com/office/officeart/2005/8/layout/process5"/>
    <dgm:cxn modelId="{C1084239-7E6E-4041-9750-967FFE49E8F3}" type="presParOf" srcId="{ABE98A7E-64D0-4643-A418-621A7996E0DD}" destId="{0D35B3FD-24B0-9645-91E1-F9A0EEB16B59}" srcOrd="4" destOrd="0" presId="urn:microsoft.com/office/officeart/2005/8/layout/process5"/>
    <dgm:cxn modelId="{2EFC5BFA-8144-6B43-A0BF-131AE77AC1F0}" type="presParOf" srcId="{ABE98A7E-64D0-4643-A418-621A7996E0DD}" destId="{E635BAF6-6F95-A743-AA3E-FCCAF465D956}" srcOrd="5" destOrd="0" presId="urn:microsoft.com/office/officeart/2005/8/layout/process5"/>
    <dgm:cxn modelId="{42E6A818-F425-2D47-A35E-24BAA9499703}" type="presParOf" srcId="{E635BAF6-6F95-A743-AA3E-FCCAF465D956}" destId="{B4D2CF5F-3D1E-184C-97F0-2865218F0A4D}" srcOrd="0" destOrd="0" presId="urn:microsoft.com/office/officeart/2005/8/layout/process5"/>
    <dgm:cxn modelId="{07728930-5331-1444-8FD7-4D176023741D}" type="presParOf" srcId="{ABE98A7E-64D0-4643-A418-621A7996E0DD}" destId="{1F1A55A0-2796-854D-BBB7-638456593F3C}" srcOrd="6" destOrd="0" presId="urn:microsoft.com/office/officeart/2005/8/layout/process5"/>
    <dgm:cxn modelId="{B250AAA5-D378-1C41-94E8-41D062F95B67}" type="presParOf" srcId="{ABE98A7E-64D0-4643-A418-621A7996E0DD}" destId="{719680B3-6AA3-7249-90A6-C4A0A4816405}" srcOrd="7" destOrd="0" presId="urn:microsoft.com/office/officeart/2005/8/layout/process5"/>
    <dgm:cxn modelId="{0AED834B-3F27-4845-A4FE-F1CDA9835BE6}" type="presParOf" srcId="{719680B3-6AA3-7249-90A6-C4A0A4816405}" destId="{4864A952-E097-3243-A990-D1C526DB6BE0}" srcOrd="0" destOrd="0" presId="urn:microsoft.com/office/officeart/2005/8/layout/process5"/>
    <dgm:cxn modelId="{7863A58A-53C4-6047-8FD3-B3084DA66F9C}" type="presParOf" srcId="{ABE98A7E-64D0-4643-A418-621A7996E0DD}" destId="{2FF92080-EB88-F04B-B756-636AC3ADEA04}" srcOrd="8" destOrd="0" presId="urn:microsoft.com/office/officeart/2005/8/layout/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B8AAE-4630-524F-9BEF-4B3392DDAA79}">
      <dsp:nvSpPr>
        <dsp:cNvPr id="0" name=""/>
        <dsp:cNvSpPr/>
      </dsp:nvSpPr>
      <dsp:spPr>
        <a:xfrm>
          <a:off x="97043" y="2718"/>
          <a:ext cx="2716187" cy="1629712"/>
        </a:xfrm>
        <a:prstGeom prst="roundRect">
          <a:avLst>
            <a:gd name="adj" fmla="val 10000"/>
          </a:avLst>
        </a:prstGeom>
        <a:solidFill>
          <a:schemeClr val="accent3"/>
        </a:solidFill>
        <a:ln w="19050" cap="flat" cmpd="sng" algn="ctr">
          <a:solidFill>
            <a:schemeClr val="accent3">
              <a:shade val="15000"/>
            </a:schemeClr>
          </a:solidFill>
          <a:prstDash val="solid"/>
          <a:miter lim="800000"/>
        </a:ln>
        <a:effectLst/>
      </dsp:spPr>
      <dsp:style>
        <a:lnRef idx="2">
          <a:schemeClr val="accent3">
            <a:shade val="15000"/>
          </a:schemeClr>
        </a:lnRef>
        <a:fillRef idx="1">
          <a:schemeClr val="accent3"/>
        </a:fillRef>
        <a:effectRef idx="0">
          <a:schemeClr val="accent3"/>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dirty="0"/>
            <a:t>Raw Sequence Data (</a:t>
          </a:r>
          <a:r>
            <a:rPr lang="en-GB" sz="2700" i="1" kern="1200" dirty="0" err="1"/>
            <a:t>fastq</a:t>
          </a:r>
          <a:r>
            <a:rPr lang="en-GB" sz="2700" kern="1200" dirty="0"/>
            <a:t>)</a:t>
          </a:r>
        </a:p>
      </dsp:txBody>
      <dsp:txXfrm>
        <a:off x="144776" y="50451"/>
        <a:ext cx="2620721" cy="1534246"/>
      </dsp:txXfrm>
    </dsp:sp>
    <dsp:sp modelId="{310A9B23-331D-1B4B-BCC8-7D749CCF2D80}">
      <dsp:nvSpPr>
        <dsp:cNvPr id="0" name=""/>
        <dsp:cNvSpPr/>
      </dsp:nvSpPr>
      <dsp:spPr>
        <a:xfrm>
          <a:off x="3052255" y="480767"/>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dirty="0"/>
        </a:p>
      </dsp:txBody>
      <dsp:txXfrm>
        <a:off x="3052255" y="615490"/>
        <a:ext cx="403082" cy="404168"/>
      </dsp:txXfrm>
    </dsp:sp>
    <dsp:sp modelId="{2D2128EA-C4A3-5E40-A3FA-5ECECCD685C9}">
      <dsp:nvSpPr>
        <dsp:cNvPr id="0" name=""/>
        <dsp:cNvSpPr/>
      </dsp:nvSpPr>
      <dsp:spPr>
        <a:xfrm>
          <a:off x="3899706" y="2718"/>
          <a:ext cx="2716187" cy="1629712"/>
        </a:xfrm>
        <a:prstGeom prst="roundRect">
          <a:avLst>
            <a:gd name="adj" fmla="val 10000"/>
          </a:avLst>
        </a:prstGeom>
        <a:solidFill>
          <a:schemeClr val="accent3"/>
        </a:solidFill>
        <a:ln w="19050" cap="flat" cmpd="sng" algn="ctr">
          <a:solidFill>
            <a:schemeClr val="accent3">
              <a:shade val="15000"/>
            </a:schemeClr>
          </a:solidFill>
          <a:prstDash val="solid"/>
          <a:miter lim="800000"/>
        </a:ln>
        <a:effectLst/>
      </dsp:spPr>
      <dsp:style>
        <a:lnRef idx="2">
          <a:schemeClr val="accent3">
            <a:shade val="15000"/>
          </a:schemeClr>
        </a:lnRef>
        <a:fillRef idx="1">
          <a:schemeClr val="accent3"/>
        </a:fillRef>
        <a:effectRef idx="0">
          <a:schemeClr val="accent3"/>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dirty="0"/>
            <a:t>Alignment / Read Mapping (</a:t>
          </a:r>
          <a:r>
            <a:rPr lang="en-GB" sz="2700" i="1" kern="1200" dirty="0"/>
            <a:t>BWA–MEM</a:t>
          </a:r>
          <a:r>
            <a:rPr lang="en-GB" sz="2700" kern="1200" dirty="0"/>
            <a:t>)</a:t>
          </a:r>
        </a:p>
      </dsp:txBody>
      <dsp:txXfrm>
        <a:off x="3947439" y="50451"/>
        <a:ext cx="2620721" cy="1534246"/>
      </dsp:txXfrm>
    </dsp:sp>
    <dsp:sp modelId="{5E4D5F97-D291-1A41-B92C-A649847DE955}">
      <dsp:nvSpPr>
        <dsp:cNvPr id="0" name=""/>
        <dsp:cNvSpPr/>
      </dsp:nvSpPr>
      <dsp:spPr>
        <a:xfrm>
          <a:off x="6854918" y="480767"/>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a:off x="6854918" y="615490"/>
        <a:ext cx="403082" cy="404168"/>
      </dsp:txXfrm>
    </dsp:sp>
    <dsp:sp modelId="{08F66F26-3927-5543-82C1-83FF8B50C867}">
      <dsp:nvSpPr>
        <dsp:cNvPr id="0" name=""/>
        <dsp:cNvSpPr/>
      </dsp:nvSpPr>
      <dsp:spPr>
        <a:xfrm>
          <a:off x="7702368" y="2718"/>
          <a:ext cx="2716187" cy="1629712"/>
        </a:xfrm>
        <a:prstGeom prst="roundRect">
          <a:avLst>
            <a:gd name="adj" fmla="val 10000"/>
          </a:avLst>
        </a:prstGeom>
        <a:solidFill>
          <a:schemeClr val="accent3"/>
        </a:solidFill>
        <a:ln w="19050" cap="flat" cmpd="sng" algn="ctr">
          <a:solidFill>
            <a:schemeClr val="accent3">
              <a:shade val="15000"/>
            </a:schemeClr>
          </a:solidFill>
          <a:prstDash val="solid"/>
          <a:miter lim="800000"/>
        </a:ln>
        <a:effectLst/>
      </dsp:spPr>
      <dsp:style>
        <a:lnRef idx="2">
          <a:schemeClr val="accent3">
            <a:shade val="15000"/>
          </a:schemeClr>
        </a:lnRef>
        <a:fillRef idx="1">
          <a:schemeClr val="accent3"/>
        </a:fillRef>
        <a:effectRef idx="0">
          <a:schemeClr val="accent3"/>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dirty="0"/>
            <a:t>Alignment Post-processing (</a:t>
          </a:r>
          <a:r>
            <a:rPr lang="en-GB" sz="2700" i="1" kern="1200" dirty="0" err="1"/>
            <a:t>Samtools</a:t>
          </a:r>
          <a:r>
            <a:rPr lang="en-GB" sz="2700" kern="1200" dirty="0"/>
            <a:t>)</a:t>
          </a:r>
        </a:p>
      </dsp:txBody>
      <dsp:txXfrm>
        <a:off x="7750101" y="50451"/>
        <a:ext cx="2620721" cy="1534246"/>
      </dsp:txXfrm>
    </dsp:sp>
    <dsp:sp modelId="{D24387AE-1742-8147-827F-D9C428EC4FB8}">
      <dsp:nvSpPr>
        <dsp:cNvPr id="0" name=""/>
        <dsp:cNvSpPr/>
      </dsp:nvSpPr>
      <dsp:spPr>
        <a:xfrm rot="5400000">
          <a:off x="8772546" y="1822564"/>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rot="-5400000">
        <a:off x="8858378" y="1871456"/>
        <a:ext cx="404168" cy="403082"/>
      </dsp:txXfrm>
    </dsp:sp>
    <dsp:sp modelId="{94F712EC-84D5-0840-A68E-2BB109D5D1AA}">
      <dsp:nvSpPr>
        <dsp:cNvPr id="0" name=""/>
        <dsp:cNvSpPr/>
      </dsp:nvSpPr>
      <dsp:spPr>
        <a:xfrm>
          <a:off x="7702368" y="2718906"/>
          <a:ext cx="2716187" cy="1629712"/>
        </a:xfrm>
        <a:prstGeom prst="roundRect">
          <a:avLst>
            <a:gd name="adj" fmla="val 10000"/>
          </a:avLst>
        </a:prstGeom>
        <a:solidFill>
          <a:schemeClr val="accent2"/>
        </a:solidFill>
        <a:ln w="19050" cap="flat" cmpd="sng" algn="ctr">
          <a:solidFill>
            <a:schemeClr val="accent2">
              <a:shade val="15000"/>
            </a:schemeClr>
          </a:solidFill>
          <a:prstDash val="solid"/>
          <a:miter lim="800000"/>
        </a:ln>
        <a:effectLst/>
      </dsp:spPr>
      <dsp:style>
        <a:lnRef idx="2">
          <a:schemeClr val="accent2">
            <a:shade val="15000"/>
          </a:schemeClr>
        </a:lnRef>
        <a:fillRef idx="1">
          <a:schemeClr val="accent2"/>
        </a:fillRef>
        <a:effectRef idx="0">
          <a:schemeClr val="accent2"/>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dirty="0"/>
            <a:t>Variant Calling (next slide)</a:t>
          </a:r>
        </a:p>
      </dsp:txBody>
      <dsp:txXfrm>
        <a:off x="7750101" y="2766639"/>
        <a:ext cx="2620721" cy="1534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3002E-1664-6248-89E1-F7BEBC228417}">
      <dsp:nvSpPr>
        <dsp:cNvPr id="0" name=""/>
        <dsp:cNvSpPr/>
      </dsp:nvSpPr>
      <dsp:spPr>
        <a:xfrm>
          <a:off x="740" y="422335"/>
          <a:ext cx="1578224" cy="946934"/>
        </a:xfrm>
        <a:prstGeom prst="roundRect">
          <a:avLst>
            <a:gd name="adj" fmla="val 10000"/>
          </a:avLst>
        </a:prstGeom>
        <a:solidFill>
          <a:schemeClr val="accent4"/>
        </a:solidFill>
        <a:ln w="1905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Variant Calling (</a:t>
          </a:r>
          <a:r>
            <a:rPr lang="en-GB" sz="1700" i="1" kern="1200" dirty="0" err="1"/>
            <a:t>mpileup</a:t>
          </a:r>
          <a:r>
            <a:rPr lang="en-GB" sz="1700" kern="1200" dirty="0"/>
            <a:t>)</a:t>
          </a:r>
        </a:p>
      </dsp:txBody>
      <dsp:txXfrm>
        <a:off x="28475" y="450070"/>
        <a:ext cx="1522754" cy="891464"/>
      </dsp:txXfrm>
    </dsp:sp>
    <dsp:sp modelId="{31C01471-903F-DB46-A6D9-4F67A39C0BF9}">
      <dsp:nvSpPr>
        <dsp:cNvPr id="0" name=""/>
        <dsp:cNvSpPr/>
      </dsp:nvSpPr>
      <dsp:spPr>
        <a:xfrm>
          <a:off x="1717847" y="700103"/>
          <a:ext cx="334583" cy="3913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717847" y="778383"/>
        <a:ext cx="234208" cy="234839"/>
      </dsp:txXfrm>
    </dsp:sp>
    <dsp:sp modelId="{38E266D2-6AA6-2747-9A0C-265D6FA641F8}">
      <dsp:nvSpPr>
        <dsp:cNvPr id="0" name=""/>
        <dsp:cNvSpPr/>
      </dsp:nvSpPr>
      <dsp:spPr>
        <a:xfrm>
          <a:off x="2210253" y="422335"/>
          <a:ext cx="1578224" cy="946934"/>
        </a:xfrm>
        <a:prstGeom prst="roundRect">
          <a:avLst>
            <a:gd name="adj" fmla="val 10000"/>
          </a:avLst>
        </a:prstGeom>
        <a:solidFill>
          <a:schemeClr val="accent4"/>
        </a:solidFill>
        <a:ln w="1905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Variant Calling (</a:t>
          </a:r>
          <a:r>
            <a:rPr lang="en-GB" sz="1700" i="1" kern="1200" dirty="0"/>
            <a:t>call</a:t>
          </a:r>
          <a:r>
            <a:rPr lang="en-GB" sz="1700" kern="1200" dirty="0"/>
            <a:t>)</a:t>
          </a:r>
        </a:p>
      </dsp:txBody>
      <dsp:txXfrm>
        <a:off x="2237988" y="450070"/>
        <a:ext cx="1522754" cy="891464"/>
      </dsp:txXfrm>
    </dsp:sp>
    <dsp:sp modelId="{F1B8DAA1-3BFE-024F-837B-B82150338D27}">
      <dsp:nvSpPr>
        <dsp:cNvPr id="0" name=""/>
        <dsp:cNvSpPr/>
      </dsp:nvSpPr>
      <dsp:spPr>
        <a:xfrm rot="5400000">
          <a:off x="2832074" y="1479745"/>
          <a:ext cx="334583" cy="3913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2881947" y="1508153"/>
        <a:ext cx="234839" cy="234208"/>
      </dsp:txXfrm>
    </dsp:sp>
    <dsp:sp modelId="{0D35B3FD-24B0-9645-91E1-F9A0EEB16B59}">
      <dsp:nvSpPr>
        <dsp:cNvPr id="0" name=""/>
        <dsp:cNvSpPr/>
      </dsp:nvSpPr>
      <dsp:spPr>
        <a:xfrm>
          <a:off x="2210253" y="2000559"/>
          <a:ext cx="1578224" cy="946934"/>
        </a:xfrm>
        <a:prstGeom prst="roundRect">
          <a:avLst>
            <a:gd name="adj" fmla="val 10000"/>
          </a:avLst>
        </a:prstGeom>
        <a:solidFill>
          <a:schemeClr val="accent4"/>
        </a:solidFill>
        <a:ln w="1905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Extract SNPs (</a:t>
          </a:r>
          <a:r>
            <a:rPr lang="en-GB" sz="1700" i="1" kern="1200" dirty="0"/>
            <a:t>view</a:t>
          </a:r>
          <a:r>
            <a:rPr lang="en-GB" sz="1700" kern="1200" dirty="0"/>
            <a:t>)</a:t>
          </a:r>
        </a:p>
      </dsp:txBody>
      <dsp:txXfrm>
        <a:off x="2237988" y="2028294"/>
        <a:ext cx="1522754" cy="891464"/>
      </dsp:txXfrm>
    </dsp:sp>
    <dsp:sp modelId="{E635BAF6-6F95-A743-AA3E-FCCAF465D956}">
      <dsp:nvSpPr>
        <dsp:cNvPr id="0" name=""/>
        <dsp:cNvSpPr/>
      </dsp:nvSpPr>
      <dsp:spPr>
        <a:xfrm rot="10800000">
          <a:off x="1736786" y="2278327"/>
          <a:ext cx="334583" cy="3913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10800000">
        <a:off x="1837161" y="2356607"/>
        <a:ext cx="234208" cy="234839"/>
      </dsp:txXfrm>
    </dsp:sp>
    <dsp:sp modelId="{2FF92080-EB88-F04B-B756-636AC3ADEA04}">
      <dsp:nvSpPr>
        <dsp:cNvPr id="0" name=""/>
        <dsp:cNvSpPr/>
      </dsp:nvSpPr>
      <dsp:spPr>
        <a:xfrm>
          <a:off x="740" y="2000559"/>
          <a:ext cx="1578224" cy="946934"/>
        </a:xfrm>
        <a:prstGeom prst="roundRect">
          <a:avLst>
            <a:gd name="adj" fmla="val 10000"/>
          </a:avLst>
        </a:prstGeom>
        <a:solidFill>
          <a:schemeClr val="accent4"/>
        </a:solidFill>
        <a:ln w="1905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Filter (</a:t>
          </a:r>
          <a:r>
            <a:rPr lang="en-GB" sz="1700" i="1" kern="1200" dirty="0"/>
            <a:t>plink</a:t>
          </a:r>
          <a:r>
            <a:rPr lang="en-GB" sz="1700" kern="1200" dirty="0"/>
            <a:t>)</a:t>
          </a:r>
        </a:p>
      </dsp:txBody>
      <dsp:txXfrm>
        <a:off x="28475" y="2028294"/>
        <a:ext cx="1522754" cy="891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3002E-1664-6248-89E1-F7BEBC228417}">
      <dsp:nvSpPr>
        <dsp:cNvPr id="0" name=""/>
        <dsp:cNvSpPr/>
      </dsp:nvSpPr>
      <dsp:spPr>
        <a:xfrm>
          <a:off x="516564" y="2024"/>
          <a:ext cx="1540915" cy="924549"/>
        </a:xfrm>
        <a:prstGeom prst="roundRect">
          <a:avLst>
            <a:gd name="adj" fmla="val 10000"/>
          </a:avLst>
        </a:prstGeom>
        <a:solidFill>
          <a:schemeClr val="accent5"/>
        </a:solidFill>
        <a:ln w="1905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Variant Calling (</a:t>
          </a:r>
          <a:r>
            <a:rPr lang="en-GB" sz="1300" i="1" kern="1200" dirty="0" err="1"/>
            <a:t>HaplotypeCaller</a:t>
          </a:r>
          <a:r>
            <a:rPr lang="en-GB" sz="1300" i="0" kern="1200" dirty="0"/>
            <a:t>)</a:t>
          </a:r>
        </a:p>
      </dsp:txBody>
      <dsp:txXfrm>
        <a:off x="543643" y="29103"/>
        <a:ext cx="1486757" cy="870391"/>
      </dsp:txXfrm>
    </dsp:sp>
    <dsp:sp modelId="{31C01471-903F-DB46-A6D9-4F67A39C0BF9}">
      <dsp:nvSpPr>
        <dsp:cNvPr id="0" name=""/>
        <dsp:cNvSpPr/>
      </dsp:nvSpPr>
      <dsp:spPr>
        <a:xfrm>
          <a:off x="2193080" y="273225"/>
          <a:ext cx="326674" cy="3821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2193080" y="349654"/>
        <a:ext cx="228672" cy="229288"/>
      </dsp:txXfrm>
    </dsp:sp>
    <dsp:sp modelId="{38E266D2-6AA6-2747-9A0C-265D6FA641F8}">
      <dsp:nvSpPr>
        <dsp:cNvPr id="0" name=""/>
        <dsp:cNvSpPr/>
      </dsp:nvSpPr>
      <dsp:spPr>
        <a:xfrm>
          <a:off x="2673846" y="2024"/>
          <a:ext cx="1540915" cy="924549"/>
        </a:xfrm>
        <a:prstGeom prst="roundRect">
          <a:avLst>
            <a:gd name="adj" fmla="val 10000"/>
          </a:avLst>
        </a:prstGeom>
        <a:solidFill>
          <a:schemeClr val="accent5"/>
        </a:solidFill>
        <a:ln w="1905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Variant Calling (</a:t>
          </a:r>
          <a:r>
            <a:rPr lang="en-GB" sz="1300" i="1" kern="1200" dirty="0" err="1"/>
            <a:t>CombineGVCF</a:t>
          </a:r>
          <a:r>
            <a:rPr lang="en-GB" sz="1300" kern="1200" dirty="0"/>
            <a:t>)</a:t>
          </a:r>
        </a:p>
      </dsp:txBody>
      <dsp:txXfrm>
        <a:off x="2700925" y="29103"/>
        <a:ext cx="1486757" cy="870391"/>
      </dsp:txXfrm>
    </dsp:sp>
    <dsp:sp modelId="{F1B8DAA1-3BFE-024F-837B-B82150338D27}">
      <dsp:nvSpPr>
        <dsp:cNvPr id="0" name=""/>
        <dsp:cNvSpPr/>
      </dsp:nvSpPr>
      <dsp:spPr>
        <a:xfrm rot="5400000">
          <a:off x="3280966" y="1034437"/>
          <a:ext cx="326674" cy="3821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329659" y="1062173"/>
        <a:ext cx="229288" cy="228672"/>
      </dsp:txXfrm>
    </dsp:sp>
    <dsp:sp modelId="{0D35B3FD-24B0-9645-91E1-F9A0EEB16B59}">
      <dsp:nvSpPr>
        <dsp:cNvPr id="0" name=""/>
        <dsp:cNvSpPr/>
      </dsp:nvSpPr>
      <dsp:spPr>
        <a:xfrm>
          <a:off x="2673846" y="1542939"/>
          <a:ext cx="1540915" cy="924549"/>
        </a:xfrm>
        <a:prstGeom prst="roundRect">
          <a:avLst>
            <a:gd name="adj" fmla="val 10000"/>
          </a:avLst>
        </a:prstGeom>
        <a:solidFill>
          <a:schemeClr val="accent5"/>
        </a:solidFill>
        <a:ln w="1905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Extract SNPs (</a:t>
          </a:r>
          <a:r>
            <a:rPr lang="en-GB" sz="1300" i="1" kern="1200" dirty="0" err="1"/>
            <a:t>GenotypeGVCFs</a:t>
          </a:r>
          <a:r>
            <a:rPr lang="en-GB" sz="1300" kern="1200" dirty="0"/>
            <a:t>)</a:t>
          </a:r>
        </a:p>
      </dsp:txBody>
      <dsp:txXfrm>
        <a:off x="2700925" y="1570018"/>
        <a:ext cx="1486757" cy="870391"/>
      </dsp:txXfrm>
    </dsp:sp>
    <dsp:sp modelId="{E635BAF6-6F95-A743-AA3E-FCCAF465D956}">
      <dsp:nvSpPr>
        <dsp:cNvPr id="0" name=""/>
        <dsp:cNvSpPr/>
      </dsp:nvSpPr>
      <dsp:spPr>
        <a:xfrm rot="10800000">
          <a:off x="2211571" y="1814141"/>
          <a:ext cx="326674" cy="3821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10800000">
        <a:off x="2309573" y="1890570"/>
        <a:ext cx="228672" cy="229288"/>
      </dsp:txXfrm>
    </dsp:sp>
    <dsp:sp modelId="{1F1A55A0-2796-854D-BBB7-638456593F3C}">
      <dsp:nvSpPr>
        <dsp:cNvPr id="0" name=""/>
        <dsp:cNvSpPr/>
      </dsp:nvSpPr>
      <dsp:spPr>
        <a:xfrm>
          <a:off x="516564" y="1542939"/>
          <a:ext cx="1540915" cy="924549"/>
        </a:xfrm>
        <a:prstGeom prst="roundRect">
          <a:avLst>
            <a:gd name="adj" fmla="val 10000"/>
          </a:avLst>
        </a:prstGeom>
        <a:solidFill>
          <a:schemeClr val="accent5"/>
        </a:solidFill>
        <a:ln w="1905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Extract SNPs (</a:t>
          </a:r>
          <a:r>
            <a:rPr lang="en-GB" sz="1300" i="1" kern="1200" dirty="0" err="1"/>
            <a:t>SelectVariants</a:t>
          </a:r>
          <a:r>
            <a:rPr lang="en-GB" sz="1300" kern="1200" dirty="0"/>
            <a:t>)</a:t>
          </a:r>
        </a:p>
      </dsp:txBody>
      <dsp:txXfrm>
        <a:off x="543643" y="1570018"/>
        <a:ext cx="1486757" cy="870391"/>
      </dsp:txXfrm>
    </dsp:sp>
    <dsp:sp modelId="{719680B3-6AA3-7249-90A6-C4A0A4816405}">
      <dsp:nvSpPr>
        <dsp:cNvPr id="0" name=""/>
        <dsp:cNvSpPr/>
      </dsp:nvSpPr>
      <dsp:spPr>
        <a:xfrm rot="5400000">
          <a:off x="1123685" y="2575353"/>
          <a:ext cx="326674" cy="3821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1172378" y="2603089"/>
        <a:ext cx="229288" cy="228672"/>
      </dsp:txXfrm>
    </dsp:sp>
    <dsp:sp modelId="{2FF92080-EB88-F04B-B756-636AC3ADEA04}">
      <dsp:nvSpPr>
        <dsp:cNvPr id="0" name=""/>
        <dsp:cNvSpPr/>
      </dsp:nvSpPr>
      <dsp:spPr>
        <a:xfrm>
          <a:off x="516564" y="3083855"/>
          <a:ext cx="1540915" cy="924549"/>
        </a:xfrm>
        <a:prstGeom prst="roundRect">
          <a:avLst>
            <a:gd name="adj" fmla="val 10000"/>
          </a:avLst>
        </a:prstGeom>
        <a:solidFill>
          <a:schemeClr val="accent5"/>
        </a:solidFill>
        <a:ln w="1905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Filter (</a:t>
          </a:r>
          <a:r>
            <a:rPr lang="en-GB" sz="1300" i="1" kern="1200" dirty="0"/>
            <a:t>plink</a:t>
          </a:r>
          <a:r>
            <a:rPr lang="en-GB" sz="1300" kern="1200" dirty="0"/>
            <a:t>)</a:t>
          </a:r>
        </a:p>
      </dsp:txBody>
      <dsp:txXfrm>
        <a:off x="543643" y="3110934"/>
        <a:ext cx="1486757" cy="87039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49EDC-7083-3DBF-0004-0679CD0D61A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a:p>
        </p:txBody>
      </p:sp>
      <p:sp>
        <p:nvSpPr>
          <p:cNvPr id="3" name="Subtitle 2">
            <a:extLst>
              <a:ext uri="{FF2B5EF4-FFF2-40B4-BE49-F238E27FC236}">
                <a16:creationId xmlns:a16="http://schemas.microsoft.com/office/drawing/2014/main" id="{119CBAE1-7D50-270B-F2DF-A0F44DE083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a:p>
        </p:txBody>
      </p:sp>
      <p:sp>
        <p:nvSpPr>
          <p:cNvPr id="4" name="Date Placeholder 3">
            <a:extLst>
              <a:ext uri="{FF2B5EF4-FFF2-40B4-BE49-F238E27FC236}">
                <a16:creationId xmlns:a16="http://schemas.microsoft.com/office/drawing/2014/main" id="{024DF12B-455C-F024-F925-F3CE9124F9B4}"/>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5" name="Footer Placeholder 4">
            <a:extLst>
              <a:ext uri="{FF2B5EF4-FFF2-40B4-BE49-F238E27FC236}">
                <a16:creationId xmlns:a16="http://schemas.microsoft.com/office/drawing/2014/main" id="{5AFB9A4C-5C77-3F92-757F-9A487FE7CFC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0F1E6CE-719A-3392-4898-15364DF4BA62}"/>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093448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4499-082C-3E53-CCC8-4B962DBB539A}"/>
              </a:ext>
            </a:extLst>
          </p:cNvPr>
          <p:cNvSpPr>
            <a:spLocks noGrp="1"/>
          </p:cNvSpPr>
          <p:nvPr>
            <p:ph type="title"/>
          </p:nvPr>
        </p:nvSpPr>
        <p:spPr/>
        <p:txBody>
          <a:bodyPr/>
          <a:lstStyle/>
          <a:p>
            <a:r>
              <a:rPr lang="en-GB"/>
              <a:t>Click to edit Master title style</a:t>
            </a:r>
            <a:endParaRPr/>
          </a:p>
        </p:txBody>
      </p:sp>
      <p:sp>
        <p:nvSpPr>
          <p:cNvPr id="3" name="Content Placeholder 2">
            <a:extLst>
              <a:ext uri="{FF2B5EF4-FFF2-40B4-BE49-F238E27FC236}">
                <a16:creationId xmlns:a16="http://schemas.microsoft.com/office/drawing/2014/main" id="{22D35E1B-6038-3358-553E-1015DD1B2E5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Date Placeholder 3">
            <a:extLst>
              <a:ext uri="{FF2B5EF4-FFF2-40B4-BE49-F238E27FC236}">
                <a16:creationId xmlns:a16="http://schemas.microsoft.com/office/drawing/2014/main" id="{F0E1F0C7-C43F-9F08-59DD-B59FC6D31319}"/>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5" name="Footer Placeholder 4">
            <a:extLst>
              <a:ext uri="{FF2B5EF4-FFF2-40B4-BE49-F238E27FC236}">
                <a16:creationId xmlns:a16="http://schemas.microsoft.com/office/drawing/2014/main" id="{3440584C-C6CD-83D2-F019-F8BFFE980A3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96A9072-D2DC-1AB0-F673-D8E4C768D157}"/>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056412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848D6-EEB5-5C39-5CC3-FF18453D59C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a:p>
        </p:txBody>
      </p:sp>
      <p:sp>
        <p:nvSpPr>
          <p:cNvPr id="3" name="Text Placeholder 2">
            <a:extLst>
              <a:ext uri="{FF2B5EF4-FFF2-40B4-BE49-F238E27FC236}">
                <a16:creationId xmlns:a16="http://schemas.microsoft.com/office/drawing/2014/main" id="{EA084A14-AFEF-191F-8CEA-35219844E0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EF81811-BDC6-F485-63A3-8FE7AD9A7959}"/>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5" name="Footer Placeholder 4">
            <a:extLst>
              <a:ext uri="{FF2B5EF4-FFF2-40B4-BE49-F238E27FC236}">
                <a16:creationId xmlns:a16="http://schemas.microsoft.com/office/drawing/2014/main" id="{A45F2055-3161-2827-3C94-FC019F505E4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66DA0C2-4B57-5B78-C30A-D875B7FB830B}"/>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1097485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C535-4DBB-33D6-9A82-3EBC9954BC0B}"/>
              </a:ext>
            </a:extLst>
          </p:cNvPr>
          <p:cNvSpPr>
            <a:spLocks noGrp="1"/>
          </p:cNvSpPr>
          <p:nvPr>
            <p:ph type="title"/>
          </p:nvPr>
        </p:nvSpPr>
        <p:spPr/>
        <p:txBody>
          <a:bodyPr/>
          <a:lstStyle/>
          <a:p>
            <a:r>
              <a:rPr lang="en-GB"/>
              <a:t>Click to edit Master title style</a:t>
            </a:r>
            <a:endParaRPr/>
          </a:p>
        </p:txBody>
      </p:sp>
      <p:sp>
        <p:nvSpPr>
          <p:cNvPr id="3" name="Content Placeholder 2">
            <a:extLst>
              <a:ext uri="{FF2B5EF4-FFF2-40B4-BE49-F238E27FC236}">
                <a16:creationId xmlns:a16="http://schemas.microsoft.com/office/drawing/2014/main" id="{3758B1A2-D23D-590F-4E21-E391F78DDF7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Content Placeholder 3">
            <a:extLst>
              <a:ext uri="{FF2B5EF4-FFF2-40B4-BE49-F238E27FC236}">
                <a16:creationId xmlns:a16="http://schemas.microsoft.com/office/drawing/2014/main" id="{06E925E2-62CE-190C-FBDD-A2870F8BBA6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5" name="Date Placeholder 4">
            <a:extLst>
              <a:ext uri="{FF2B5EF4-FFF2-40B4-BE49-F238E27FC236}">
                <a16:creationId xmlns:a16="http://schemas.microsoft.com/office/drawing/2014/main" id="{A813D50A-0CFF-C5BD-EECB-BB56C06BF244}"/>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6" name="Footer Placeholder 5">
            <a:extLst>
              <a:ext uri="{FF2B5EF4-FFF2-40B4-BE49-F238E27FC236}">
                <a16:creationId xmlns:a16="http://schemas.microsoft.com/office/drawing/2014/main" id="{9A3AF628-903C-F39D-E669-90AC642293F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EE34158-A787-747B-3B7D-63E4C441BD0A}"/>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592768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1ABE3-D648-38BC-F365-B8903FE33D76}"/>
              </a:ext>
            </a:extLst>
          </p:cNvPr>
          <p:cNvSpPr>
            <a:spLocks noGrp="1"/>
          </p:cNvSpPr>
          <p:nvPr>
            <p:ph type="title"/>
          </p:nvPr>
        </p:nvSpPr>
        <p:spPr>
          <a:xfrm>
            <a:off x="839788" y="365125"/>
            <a:ext cx="10515600" cy="1325563"/>
          </a:xfrm>
        </p:spPr>
        <p:txBody>
          <a:bodyPr/>
          <a:lstStyle/>
          <a:p>
            <a:r>
              <a:rPr lang="en-GB"/>
              <a:t>Click to edit Master title style</a:t>
            </a:r>
            <a:endParaRPr/>
          </a:p>
        </p:txBody>
      </p:sp>
      <p:sp>
        <p:nvSpPr>
          <p:cNvPr id="3" name="Text Placeholder 2">
            <a:extLst>
              <a:ext uri="{FF2B5EF4-FFF2-40B4-BE49-F238E27FC236}">
                <a16:creationId xmlns:a16="http://schemas.microsoft.com/office/drawing/2014/main" id="{4053977A-DF1E-CAC5-D8C5-2EFF6E1C50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CE2A7E-2837-DF1C-48D8-B4C49E7B3C7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5" name="Text Placeholder 4">
            <a:extLst>
              <a:ext uri="{FF2B5EF4-FFF2-40B4-BE49-F238E27FC236}">
                <a16:creationId xmlns:a16="http://schemas.microsoft.com/office/drawing/2014/main" id="{C493C3B5-04D2-C374-8615-896EAFE589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FA74083-A3F2-BFA4-10C8-EAB2AACEF09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Date Placeholder 6">
            <a:extLst>
              <a:ext uri="{FF2B5EF4-FFF2-40B4-BE49-F238E27FC236}">
                <a16:creationId xmlns:a16="http://schemas.microsoft.com/office/drawing/2014/main" id="{68A78DCF-386A-4563-32FC-9490A1E8BF88}"/>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8" name="Footer Placeholder 7">
            <a:extLst>
              <a:ext uri="{FF2B5EF4-FFF2-40B4-BE49-F238E27FC236}">
                <a16:creationId xmlns:a16="http://schemas.microsoft.com/office/drawing/2014/main" id="{FDC73427-F946-24BF-8F09-951A1FEB8D5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4762004-C2CC-3BBB-20CA-2F0597153025}"/>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233267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E16D-1E5F-7666-DEAE-3873A75A63DB}"/>
              </a:ext>
            </a:extLst>
          </p:cNvPr>
          <p:cNvSpPr>
            <a:spLocks noGrp="1"/>
          </p:cNvSpPr>
          <p:nvPr>
            <p:ph type="title"/>
          </p:nvPr>
        </p:nvSpPr>
        <p:spPr/>
        <p:txBody>
          <a:bodyPr/>
          <a:lstStyle/>
          <a:p>
            <a:r>
              <a:rPr lang="en-GB"/>
              <a:t>Click to edit Master title style</a:t>
            </a:r>
            <a:endParaRPr/>
          </a:p>
        </p:txBody>
      </p:sp>
      <p:sp>
        <p:nvSpPr>
          <p:cNvPr id="3" name="Date Placeholder 2">
            <a:extLst>
              <a:ext uri="{FF2B5EF4-FFF2-40B4-BE49-F238E27FC236}">
                <a16:creationId xmlns:a16="http://schemas.microsoft.com/office/drawing/2014/main" id="{6EB0309D-6F80-0960-47B9-DE52DDA903AD}"/>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4" name="Footer Placeholder 3">
            <a:extLst>
              <a:ext uri="{FF2B5EF4-FFF2-40B4-BE49-F238E27FC236}">
                <a16:creationId xmlns:a16="http://schemas.microsoft.com/office/drawing/2014/main" id="{B80657EF-0D9E-1DB0-5D6A-060247BC788E}"/>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A5FADCCD-8119-09C9-2035-66ACDF7F38FC}"/>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223324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511434-1901-2399-71E8-93BA9EBD403E}"/>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3" name="Footer Placeholder 2">
            <a:extLst>
              <a:ext uri="{FF2B5EF4-FFF2-40B4-BE49-F238E27FC236}">
                <a16:creationId xmlns:a16="http://schemas.microsoft.com/office/drawing/2014/main" id="{64B5D73A-5356-50A2-B76E-23D8410BAB8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78DCB1C5-ECB7-6622-015E-FCAFD451017A}"/>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890191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9745-391F-1548-A7D1-433F08C8EB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a:p>
        </p:txBody>
      </p:sp>
      <p:sp>
        <p:nvSpPr>
          <p:cNvPr id="3" name="Content Placeholder 2">
            <a:extLst>
              <a:ext uri="{FF2B5EF4-FFF2-40B4-BE49-F238E27FC236}">
                <a16:creationId xmlns:a16="http://schemas.microsoft.com/office/drawing/2014/main" id="{1981BD66-AA20-8CBD-B6E5-0CB9F3BEC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Text Placeholder 3">
            <a:extLst>
              <a:ext uri="{FF2B5EF4-FFF2-40B4-BE49-F238E27FC236}">
                <a16:creationId xmlns:a16="http://schemas.microsoft.com/office/drawing/2014/main" id="{B7197514-1491-E5C2-A0ED-D9F260A65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004E20-7A54-D117-E148-9CEDEA325A41}"/>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6" name="Footer Placeholder 5">
            <a:extLst>
              <a:ext uri="{FF2B5EF4-FFF2-40B4-BE49-F238E27FC236}">
                <a16:creationId xmlns:a16="http://schemas.microsoft.com/office/drawing/2014/main" id="{0B434AB9-C7F8-97EF-0126-0D55DB5A4AB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C1E732F-16BC-C7C6-E508-2C3A490D95CC}"/>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1631915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703AF-7B87-3BF9-654F-6C64DB835D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a:p>
        </p:txBody>
      </p:sp>
      <p:sp>
        <p:nvSpPr>
          <p:cNvPr id="3" name="Picture Placeholder 2">
            <a:extLst>
              <a:ext uri="{FF2B5EF4-FFF2-40B4-BE49-F238E27FC236}">
                <a16:creationId xmlns:a16="http://schemas.microsoft.com/office/drawing/2014/main" id="{D9B39033-2EAD-FA75-08F5-BB2C355F44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1ED4274-B34B-CD0C-3E77-88EF42C0C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8C723AC-6473-7374-9834-DF868C35DC99}"/>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6" name="Footer Placeholder 5">
            <a:extLst>
              <a:ext uri="{FF2B5EF4-FFF2-40B4-BE49-F238E27FC236}">
                <a16:creationId xmlns:a16="http://schemas.microsoft.com/office/drawing/2014/main" id="{1742652C-1A34-A095-3AA7-3BC0875EE5A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0BEC24A-BD82-1A9F-0E79-3360DBDAA0CE}"/>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2560617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4721-90B3-B158-6FCD-47ED487D56FE}"/>
              </a:ext>
            </a:extLst>
          </p:cNvPr>
          <p:cNvSpPr>
            <a:spLocks noGrp="1"/>
          </p:cNvSpPr>
          <p:nvPr>
            <p:ph type="title"/>
          </p:nvPr>
        </p:nvSpPr>
        <p:spPr/>
        <p:txBody>
          <a:bodyPr/>
          <a:lstStyle/>
          <a:p>
            <a:r>
              <a:rPr lang="en-GB"/>
              <a:t>Click to edit Master title style</a:t>
            </a:r>
            <a:endParaRPr/>
          </a:p>
        </p:txBody>
      </p:sp>
      <p:sp>
        <p:nvSpPr>
          <p:cNvPr id="3" name="Vertical Text Placeholder 2">
            <a:extLst>
              <a:ext uri="{FF2B5EF4-FFF2-40B4-BE49-F238E27FC236}">
                <a16:creationId xmlns:a16="http://schemas.microsoft.com/office/drawing/2014/main" id="{DC9C88B3-15C0-DBFB-391C-DBD40D8E9F2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Date Placeholder 3">
            <a:extLst>
              <a:ext uri="{FF2B5EF4-FFF2-40B4-BE49-F238E27FC236}">
                <a16:creationId xmlns:a16="http://schemas.microsoft.com/office/drawing/2014/main" id="{8FBA0C7A-BB84-9E64-21C1-10DDDD54BE1D}"/>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5" name="Footer Placeholder 4">
            <a:extLst>
              <a:ext uri="{FF2B5EF4-FFF2-40B4-BE49-F238E27FC236}">
                <a16:creationId xmlns:a16="http://schemas.microsoft.com/office/drawing/2014/main" id="{61E82CEB-DB20-D30E-6336-08E20EBFCD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464056A-1089-042D-41CC-2850E74FCE3D}"/>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125808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82F2C6-D263-F10C-987A-58F49FF8E19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a:p>
        </p:txBody>
      </p:sp>
      <p:sp>
        <p:nvSpPr>
          <p:cNvPr id="3" name="Vertical Text Placeholder 2">
            <a:extLst>
              <a:ext uri="{FF2B5EF4-FFF2-40B4-BE49-F238E27FC236}">
                <a16:creationId xmlns:a16="http://schemas.microsoft.com/office/drawing/2014/main" id="{CDD6B2A6-680D-780B-2F8C-3EAFED8C2A4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Date Placeholder 3">
            <a:extLst>
              <a:ext uri="{FF2B5EF4-FFF2-40B4-BE49-F238E27FC236}">
                <a16:creationId xmlns:a16="http://schemas.microsoft.com/office/drawing/2014/main" id="{E8F58E19-5200-CE64-EED6-66EB029D0A02}"/>
              </a:ext>
            </a:extLst>
          </p:cNvPr>
          <p:cNvSpPr>
            <a:spLocks noGrp="1"/>
          </p:cNvSpPr>
          <p:nvPr>
            <p:ph type="dt" sz="half" idx="10"/>
          </p:nvPr>
        </p:nvSpPr>
        <p:spPr/>
        <p:txBody>
          <a:bodyPr/>
          <a:lstStyle/>
          <a:p>
            <a:fld id="{2E658A73-BB3B-1144-9C7E-39A70D7F0E64}" type="datetimeFigureOut">
              <a:rPr lang="en-SG" smtClean="0"/>
              <a:t>7/1/26</a:t>
            </a:fld>
            <a:endParaRPr lang="en-SG"/>
          </a:p>
        </p:txBody>
      </p:sp>
      <p:sp>
        <p:nvSpPr>
          <p:cNvPr id="5" name="Footer Placeholder 4">
            <a:extLst>
              <a:ext uri="{FF2B5EF4-FFF2-40B4-BE49-F238E27FC236}">
                <a16:creationId xmlns:a16="http://schemas.microsoft.com/office/drawing/2014/main" id="{0268D590-FD45-1BE3-B1E5-0D942AFC569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E068688-9DAE-5CC6-E10A-D1B5F50A187A}"/>
              </a:ext>
            </a:extLst>
          </p:cNvPr>
          <p:cNvSpPr>
            <a:spLocks noGrp="1"/>
          </p:cNvSpPr>
          <p:nvPr>
            <p:ph type="sldNum" sz="quarter" idx="12"/>
          </p:nvPr>
        </p:nvSpPr>
        <p:spPr/>
        <p:txBody>
          <a:bodyPr/>
          <a:lstStyle/>
          <a:p>
            <a:fld id="{9E3EC177-54E1-5546-A63B-F6F2944BE7A8}" type="slidenum">
              <a:rPr lang="en-SG" smtClean="0"/>
              <a:t>‹#›</a:t>
            </a:fld>
            <a:endParaRPr lang="en-SG"/>
          </a:p>
        </p:txBody>
      </p:sp>
    </p:spTree>
    <p:extLst>
      <p:ext uri="{BB962C8B-B14F-4D97-AF65-F5344CB8AC3E}">
        <p14:creationId xmlns:p14="http://schemas.microsoft.com/office/powerpoint/2010/main" val="3852200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D4B51F-701F-9E08-7B8A-4DB9B075D9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a:p>
        </p:txBody>
      </p:sp>
      <p:sp>
        <p:nvSpPr>
          <p:cNvPr id="3" name="Text Placeholder 2">
            <a:extLst>
              <a:ext uri="{FF2B5EF4-FFF2-40B4-BE49-F238E27FC236}">
                <a16:creationId xmlns:a16="http://schemas.microsoft.com/office/drawing/2014/main" id="{3DCA22D9-332F-3B4D-E2FC-A999ED7037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Date Placeholder 3">
            <a:extLst>
              <a:ext uri="{FF2B5EF4-FFF2-40B4-BE49-F238E27FC236}">
                <a16:creationId xmlns:a16="http://schemas.microsoft.com/office/drawing/2014/main" id="{5C643103-ECA4-611B-F2A2-1A1F0CE45B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658A73-BB3B-1144-9C7E-39A70D7F0E64}" type="datetimeFigureOut">
              <a:rPr lang="en-SG" smtClean="0"/>
              <a:t>7/1/26</a:t>
            </a:fld>
            <a:endParaRPr/>
          </a:p>
        </p:txBody>
      </p:sp>
      <p:sp>
        <p:nvSpPr>
          <p:cNvPr id="5" name="Footer Placeholder 4">
            <a:extLst>
              <a:ext uri="{FF2B5EF4-FFF2-40B4-BE49-F238E27FC236}">
                <a16:creationId xmlns:a16="http://schemas.microsoft.com/office/drawing/2014/main" id="{B4EDB438-B6BD-1C27-3B8A-2A818285F7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336541DB-47A3-79B8-E5A2-8ACD9978DC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3EC177-54E1-5546-A63B-F6F2944BE7A8}" type="slidenum">
              <a:rPr lang="en-SG" smtClean="0"/>
              <a:t>‹#›</a:t>
            </a:fld>
            <a:endParaRPr/>
          </a:p>
        </p:txBody>
      </p:sp>
    </p:spTree>
    <p:extLst>
      <p:ext uri="{BB962C8B-B14F-4D97-AF65-F5344CB8AC3E}">
        <p14:creationId xmlns:p14="http://schemas.microsoft.com/office/powerpoint/2010/main" val="2315679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038/ng.806" TargetMode="External"/><Relationship Id="rId2" Type="http://schemas.openxmlformats.org/officeDocument/2006/relationships/hyperlink" Target="https://doi.org/10.1101/gr.107524.11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atk.broadinstitute.org/hc/en-us/articles/360035890431-The-logic-of-joint-calling-for-germline-short-variants" TargetMode="External"/><Relationship Id="rId2" Type="http://schemas.openxmlformats.org/officeDocument/2006/relationships/hyperlink" Target="https://biohpc.cornell.edu/lab/doc/variant_workshop_part2.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atk.broadinstitute.org/hc/en-us/articles/360035535912-Data-pre-processing-for-variant-discovery" TargetMode="External"/><Relationship Id="rId2" Type="http://schemas.openxmlformats.org/officeDocument/2006/relationships/hyperlink" Target="https://ngs101.com/how-to-analyze-whole-genome-sequencing-data-for-absolute-beginners-part-1-from-raw-reads-to-high-quality-variants-using-gatk/" TargetMode="External"/><Relationship Id="rId1" Type="http://schemas.openxmlformats.org/officeDocument/2006/relationships/slideLayout" Target="../slideLayouts/slideLayout2.xml"/><Relationship Id="rId6" Type="http://schemas.openxmlformats.org/officeDocument/2006/relationships/hyperlink" Target="https://hpc.nih.gov/training/gatk_tutorial/" TargetMode="External"/><Relationship Id="rId5" Type="http://schemas.openxmlformats.org/officeDocument/2006/relationships/hyperlink" Target="https://gatk.broadinstitute.org/hc/en-us/articles/360035890431-The-logic-of-joint-calling-for-germline-short-variants" TargetMode="External"/><Relationship Id="rId4" Type="http://schemas.openxmlformats.org/officeDocument/2006/relationships/hyperlink" Target="https://gatk.broadinstitute.org/hc/en-us/articles/360035535932-Germline-short-variant-discovery-SNPs-Inde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749AC-AD55-F710-FACE-BBC1D4065C95}"/>
              </a:ext>
            </a:extLst>
          </p:cNvPr>
          <p:cNvSpPr>
            <a:spLocks noGrp="1"/>
          </p:cNvSpPr>
          <p:nvPr>
            <p:ph type="ctrTitle"/>
          </p:nvPr>
        </p:nvSpPr>
        <p:spPr>
          <a:xfrm>
            <a:off x="1524000" y="1041400"/>
            <a:ext cx="9144000" cy="2387600"/>
          </a:xfrm>
        </p:spPr>
        <p:txBody>
          <a:bodyPr>
            <a:normAutofit/>
          </a:bodyPr>
          <a:lstStyle/>
          <a:p>
            <a:r>
              <a:rPr lang="en-US" dirty="0"/>
              <a:t>Sequence Alignment Code Updates (Bioinformatics)</a:t>
            </a:r>
            <a:endParaRPr dirty="0"/>
          </a:p>
        </p:txBody>
      </p:sp>
      <p:sp>
        <p:nvSpPr>
          <p:cNvPr id="3" name="Subtitle 2">
            <a:extLst>
              <a:ext uri="{FF2B5EF4-FFF2-40B4-BE49-F238E27FC236}">
                <a16:creationId xmlns:a16="http://schemas.microsoft.com/office/drawing/2014/main" id="{A4F7C616-A25C-F6A0-B112-E59BDDEAA267}"/>
              </a:ext>
            </a:extLst>
          </p:cNvPr>
          <p:cNvSpPr>
            <a:spLocks noGrp="1"/>
          </p:cNvSpPr>
          <p:nvPr>
            <p:ph type="subTitle" idx="1"/>
          </p:nvPr>
        </p:nvSpPr>
        <p:spPr>
          <a:xfrm>
            <a:off x="1524000" y="3429000"/>
            <a:ext cx="9144000" cy="1655762"/>
          </a:xfrm>
        </p:spPr>
        <p:txBody>
          <a:bodyPr/>
          <a:lstStyle/>
          <a:p>
            <a:r>
              <a:rPr lang="en-US" dirty="0"/>
              <a:t>Transition from </a:t>
            </a:r>
            <a:r>
              <a:rPr lang="en-US" dirty="0" err="1"/>
              <a:t>BCFtools</a:t>
            </a:r>
            <a:r>
              <a:rPr lang="en-US" dirty="0"/>
              <a:t> (current lab protocol) to GATK (industry standard)</a:t>
            </a:r>
          </a:p>
          <a:p>
            <a:br>
              <a:rPr lang="en-US"/>
            </a:br>
            <a:r>
              <a:rPr lang="en-US"/>
              <a:t>08 January </a:t>
            </a:r>
            <a:r>
              <a:rPr lang="en-US" dirty="0"/>
              <a:t>2026</a:t>
            </a:r>
            <a:endParaRPr dirty="0"/>
          </a:p>
        </p:txBody>
      </p:sp>
    </p:spTree>
    <p:extLst>
      <p:ext uri="{BB962C8B-B14F-4D97-AF65-F5344CB8AC3E}">
        <p14:creationId xmlns:p14="http://schemas.microsoft.com/office/powerpoint/2010/main" val="1552586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E8B74F-8B16-55D8-38DA-B37F40780D8A}"/>
              </a:ext>
            </a:extLst>
          </p:cNvPr>
          <p:cNvSpPr>
            <a:spLocks noGrp="1"/>
          </p:cNvSpPr>
          <p:nvPr>
            <p:ph idx="1"/>
          </p:nvPr>
        </p:nvSpPr>
        <p:spPr>
          <a:xfrm>
            <a:off x="-1" y="6609806"/>
            <a:ext cx="12192001" cy="248194"/>
          </a:xfrm>
        </p:spPr>
        <p:txBody>
          <a:bodyPr>
            <a:normAutofit/>
          </a:bodyPr>
          <a:lstStyle/>
          <a:p>
            <a:pPr marL="0" indent="0">
              <a:buNone/>
            </a:pPr>
            <a:r>
              <a:rPr lang="en-SG" sz="1100" dirty="0"/>
              <a:t>1. </a:t>
            </a:r>
            <a:r>
              <a:rPr lang="en-SG" sz="1100" dirty="0" err="1"/>
              <a:t>Lefouili</a:t>
            </a:r>
            <a:r>
              <a:rPr lang="en-SG" sz="1100" dirty="0"/>
              <a:t>, M., Nam, K. The evaluation of </a:t>
            </a:r>
            <a:r>
              <a:rPr lang="en-SG" sz="1100" dirty="0" err="1"/>
              <a:t>Bcftools</a:t>
            </a:r>
            <a:r>
              <a:rPr lang="en-SG" sz="1100" dirty="0"/>
              <a:t> </a:t>
            </a:r>
            <a:r>
              <a:rPr lang="en-SG" sz="1100" dirty="0" err="1"/>
              <a:t>mpileup</a:t>
            </a:r>
            <a:r>
              <a:rPr lang="en-SG" sz="1100" dirty="0"/>
              <a:t> and GATK </a:t>
            </a:r>
            <a:r>
              <a:rPr lang="en-SG" sz="1100" dirty="0" err="1"/>
              <a:t>HaplotypeCaller</a:t>
            </a:r>
            <a:r>
              <a:rPr lang="en-SG" sz="1100" dirty="0"/>
              <a:t> for variant calling in non-human species. </a:t>
            </a:r>
            <a:r>
              <a:rPr lang="en-SG" sz="1100" i="1" dirty="0"/>
              <a:t>Sci Rep</a:t>
            </a:r>
            <a:r>
              <a:rPr lang="en-SG" sz="1100" dirty="0"/>
              <a:t> </a:t>
            </a:r>
            <a:r>
              <a:rPr lang="en-SG" sz="1100" b="1" dirty="0"/>
              <a:t>12</a:t>
            </a:r>
            <a:r>
              <a:rPr lang="en-SG" sz="1100" dirty="0"/>
              <a:t>, 11331 (2022). https://</a:t>
            </a:r>
            <a:r>
              <a:rPr lang="en-SG" sz="1100" dirty="0" err="1"/>
              <a:t>doi.org</a:t>
            </a:r>
            <a:r>
              <a:rPr lang="en-SG" sz="1100" dirty="0"/>
              <a:t>/10.1038/s41598-022-15563-2</a:t>
            </a:r>
          </a:p>
        </p:txBody>
      </p:sp>
      <p:grpSp>
        <p:nvGrpSpPr>
          <p:cNvPr id="6" name="Group 5">
            <a:extLst>
              <a:ext uri="{FF2B5EF4-FFF2-40B4-BE49-F238E27FC236}">
                <a16:creationId xmlns:a16="http://schemas.microsoft.com/office/drawing/2014/main" id="{E8BE2AD3-C381-E5A0-4FF5-A27B0E05F11D}"/>
              </a:ext>
            </a:extLst>
          </p:cNvPr>
          <p:cNvGrpSpPr/>
          <p:nvPr/>
        </p:nvGrpSpPr>
        <p:grpSpPr>
          <a:xfrm>
            <a:off x="1647115" y="572803"/>
            <a:ext cx="8897767" cy="5712393"/>
            <a:chOff x="2307771" y="-97610"/>
            <a:chExt cx="8897767" cy="5712393"/>
          </a:xfrm>
        </p:grpSpPr>
        <p:pic>
          <p:nvPicPr>
            <p:cNvPr id="1026" name="Picture 2" descr="figure 1">
              <a:extLst>
                <a:ext uri="{FF2B5EF4-FFF2-40B4-BE49-F238E27FC236}">
                  <a16:creationId xmlns:a16="http://schemas.microsoft.com/office/drawing/2014/main" id="{19347C52-B10B-A315-B9D2-37626148D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7771" y="949794"/>
              <a:ext cx="8278543" cy="46649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699158-F553-E218-7133-D745A7FE96DD}"/>
                </a:ext>
              </a:extLst>
            </p:cNvPr>
            <p:cNvSpPr txBox="1"/>
            <p:nvPr/>
          </p:nvSpPr>
          <p:spPr>
            <a:xfrm>
              <a:off x="2606254" y="-97610"/>
              <a:ext cx="8599284" cy="830997"/>
            </a:xfrm>
            <a:prstGeom prst="rect">
              <a:avLst/>
            </a:prstGeom>
            <a:noFill/>
          </p:spPr>
          <p:txBody>
            <a:bodyPr wrap="square">
              <a:spAutoFit/>
            </a:bodyPr>
            <a:lstStyle/>
            <a:p>
              <a:pPr marL="0" indent="0">
                <a:buNone/>
              </a:pPr>
              <a:r>
                <a:rPr lang="en-SG" sz="2400" dirty="0"/>
                <a:t>The number of papers citing '</a:t>
              </a:r>
              <a:r>
                <a:rPr lang="en-SG" sz="2400" dirty="0" err="1"/>
                <a:t>mpileup</a:t>
              </a:r>
              <a:r>
                <a:rPr lang="en-SG" sz="2400" dirty="0"/>
                <a:t>' or '</a:t>
              </a:r>
              <a:r>
                <a:rPr lang="en-SG" sz="2400" dirty="0" err="1"/>
                <a:t>HaplotypeCaller</a:t>
              </a:r>
              <a:r>
                <a:rPr lang="en-SG" sz="2400" dirty="0"/>
                <a:t>' (source: Google Scholar).</a:t>
              </a:r>
              <a:r>
                <a:rPr lang="en-SG" sz="2400" baseline="30000" dirty="0"/>
                <a:t>1</a:t>
              </a:r>
            </a:p>
          </p:txBody>
        </p:sp>
      </p:grpSp>
      <p:cxnSp>
        <p:nvCxnSpPr>
          <p:cNvPr id="4" name="Straight Arrow Connector 3">
            <a:extLst>
              <a:ext uri="{FF2B5EF4-FFF2-40B4-BE49-F238E27FC236}">
                <a16:creationId xmlns:a16="http://schemas.microsoft.com/office/drawing/2014/main" id="{25F476B3-4E61-1B1C-BF91-67E9D662D956}"/>
              </a:ext>
            </a:extLst>
          </p:cNvPr>
          <p:cNvCxnSpPr>
            <a:cxnSpLocks/>
            <a:stCxn id="9" idx="1"/>
          </p:cNvCxnSpPr>
          <p:nvPr/>
        </p:nvCxnSpPr>
        <p:spPr>
          <a:xfrm flipH="1">
            <a:off x="7567749" y="1895762"/>
            <a:ext cx="1497874" cy="48167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265D682-491B-991C-F60A-3C1F8B659091}"/>
              </a:ext>
            </a:extLst>
          </p:cNvPr>
          <p:cNvSpPr txBox="1"/>
          <p:nvPr/>
        </p:nvSpPr>
        <p:spPr>
          <a:xfrm>
            <a:off x="9065623" y="1295597"/>
            <a:ext cx="2795452" cy="1200329"/>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solidFill>
                  <a:srgbClr val="FF0000"/>
                </a:solidFill>
              </a:rPr>
              <a:t>Increasingly, GATK is published as the bioinformatics tool of choice</a:t>
            </a:r>
            <a:endParaRPr dirty="0">
              <a:solidFill>
                <a:srgbClr val="FF0000"/>
              </a:solidFill>
            </a:endParaRPr>
          </a:p>
        </p:txBody>
      </p:sp>
    </p:spTree>
    <p:extLst>
      <p:ext uri="{BB962C8B-B14F-4D97-AF65-F5344CB8AC3E}">
        <p14:creationId xmlns:p14="http://schemas.microsoft.com/office/powerpoint/2010/main" val="344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8A4B-1503-42A3-289A-E3F004CF0B87}"/>
              </a:ext>
            </a:extLst>
          </p:cNvPr>
          <p:cNvSpPr>
            <a:spLocks noGrp="1"/>
          </p:cNvSpPr>
          <p:nvPr>
            <p:ph type="title"/>
          </p:nvPr>
        </p:nvSpPr>
        <p:spPr/>
        <p:txBody>
          <a:bodyPr/>
          <a:lstStyle/>
          <a:p>
            <a:r>
              <a:rPr lang="en-US" dirty="0" err="1"/>
              <a:t>BCFTools</a:t>
            </a:r>
            <a:r>
              <a:rPr lang="en-US" dirty="0"/>
              <a:t> (</a:t>
            </a:r>
            <a:r>
              <a:rPr lang="en-US" dirty="0" err="1"/>
              <a:t>mpileup</a:t>
            </a:r>
            <a:r>
              <a:rPr lang="en-US" dirty="0"/>
              <a:t>)</a:t>
            </a:r>
            <a:endParaRPr dirty="0"/>
          </a:p>
        </p:txBody>
      </p:sp>
      <p:sp>
        <p:nvSpPr>
          <p:cNvPr id="3" name="Content Placeholder 2">
            <a:extLst>
              <a:ext uri="{FF2B5EF4-FFF2-40B4-BE49-F238E27FC236}">
                <a16:creationId xmlns:a16="http://schemas.microsoft.com/office/drawing/2014/main" id="{1CB0722B-9DD8-7D0D-3D31-D1E9830B14A2}"/>
              </a:ext>
            </a:extLst>
          </p:cNvPr>
          <p:cNvSpPr>
            <a:spLocks noGrp="1"/>
          </p:cNvSpPr>
          <p:nvPr>
            <p:ph idx="1"/>
          </p:nvPr>
        </p:nvSpPr>
        <p:spPr/>
        <p:txBody>
          <a:bodyPr/>
          <a:lstStyle/>
          <a:p>
            <a:r>
              <a:rPr lang="en-US" dirty="0"/>
              <a:t>Current lab protocol</a:t>
            </a:r>
          </a:p>
          <a:p>
            <a:r>
              <a:rPr lang="en-SG" dirty="0"/>
              <a:t>BCFtools</a:t>
            </a:r>
            <a:r>
              <a:rPr lang="en-SG" baseline="30000" dirty="0"/>
              <a:t>1</a:t>
            </a:r>
            <a:r>
              <a:rPr lang="en-SG" dirty="0"/>
              <a:t> is a set of utilities that manipulate variant calls in the Variant Call Format (VCF)</a:t>
            </a:r>
          </a:p>
          <a:p>
            <a:r>
              <a:rPr lang="en-SG" dirty="0"/>
              <a:t>First released in 20091, regularly updated since</a:t>
            </a:r>
          </a:p>
          <a:p>
            <a:r>
              <a:rPr lang="en-US" dirty="0"/>
              <a:t>Well documented and cited variant calling tool and method</a:t>
            </a:r>
            <a:endParaRPr dirty="0"/>
          </a:p>
        </p:txBody>
      </p:sp>
      <p:sp>
        <p:nvSpPr>
          <p:cNvPr id="4" name="Rectangle 1">
            <a:extLst>
              <a:ext uri="{FF2B5EF4-FFF2-40B4-BE49-F238E27FC236}">
                <a16:creationId xmlns:a16="http://schemas.microsoft.com/office/drawing/2014/main" id="{601AB4AB-6671-AB28-28E5-232390FCC3CB}"/>
              </a:ext>
            </a:extLst>
          </p:cNvPr>
          <p:cNvSpPr>
            <a:spLocks noChangeArrowheads="1"/>
          </p:cNvSpPr>
          <p:nvPr/>
        </p:nvSpPr>
        <p:spPr bwMode="auto">
          <a:xfrm>
            <a:off x="0" y="6534835"/>
            <a:ext cx="12192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cs typeface="Arial" panose="020B0604020202020204" pitchFamily="34" charset="0"/>
              </a:rPr>
              <a:t>1. Petr </a:t>
            </a:r>
            <a:r>
              <a:rPr kumimoji="0" lang="en-US" altLang="en-US" sz="1100" b="0" i="0" u="none" strike="noStrike" cap="none" normalizeH="0" baseline="0" dirty="0" err="1">
                <a:ln>
                  <a:noFill/>
                </a:ln>
                <a:solidFill>
                  <a:schemeClr val="tx1"/>
                </a:solidFill>
                <a:effectLst/>
                <a:cs typeface="Arial" panose="020B0604020202020204" pitchFamily="34" charset="0"/>
              </a:rPr>
              <a:t>Danecek</a:t>
            </a:r>
            <a:r>
              <a:rPr kumimoji="0" lang="en-US" altLang="en-US" sz="1100" b="0" i="0" u="none" strike="noStrike" cap="none" normalizeH="0" baseline="0" dirty="0">
                <a:ln>
                  <a:noFill/>
                </a:ln>
                <a:solidFill>
                  <a:schemeClr val="tx1"/>
                </a:solidFill>
                <a:effectLst/>
                <a:cs typeface="Arial" panose="020B0604020202020204" pitchFamily="34" charset="0"/>
              </a:rPr>
              <a:t>, James K Bonfield, Jennifer Liddle, John Marshall, Valeriu Ohan, Martin O Pollard, Andrew </a:t>
            </a:r>
            <a:r>
              <a:rPr kumimoji="0" lang="en-US" altLang="en-US" sz="1100" b="0" i="0" u="none" strike="noStrike" cap="none" normalizeH="0" baseline="0" dirty="0" err="1">
                <a:ln>
                  <a:noFill/>
                </a:ln>
                <a:solidFill>
                  <a:schemeClr val="tx1"/>
                </a:solidFill>
                <a:effectLst/>
                <a:cs typeface="Arial" panose="020B0604020202020204" pitchFamily="34" charset="0"/>
              </a:rPr>
              <a:t>Whitwham</a:t>
            </a:r>
            <a:r>
              <a:rPr kumimoji="0" lang="en-US" altLang="en-US" sz="1100" b="0" i="0" u="none" strike="noStrike" cap="none" normalizeH="0" baseline="0" dirty="0">
                <a:ln>
                  <a:noFill/>
                </a:ln>
                <a:solidFill>
                  <a:schemeClr val="tx1"/>
                </a:solidFill>
                <a:effectLst/>
                <a:cs typeface="Arial" panose="020B0604020202020204" pitchFamily="34" charset="0"/>
              </a:rPr>
              <a:t>, Thomas Keane, Shane A McCarthy, Robert M Davies, Heng Li, Twelve years of </a:t>
            </a:r>
            <a:r>
              <a:rPr kumimoji="0" lang="en-US" altLang="en-US" sz="1100" b="0" i="0" u="none" strike="noStrike" cap="none" normalizeH="0" baseline="0" dirty="0" err="1">
                <a:ln>
                  <a:noFill/>
                </a:ln>
                <a:solidFill>
                  <a:schemeClr val="tx1"/>
                </a:solidFill>
                <a:effectLst/>
                <a:cs typeface="Arial" panose="020B0604020202020204" pitchFamily="34" charset="0"/>
              </a:rPr>
              <a:t>SAMtools</a:t>
            </a:r>
            <a:r>
              <a:rPr kumimoji="0" lang="en-US" altLang="en-US" sz="1100" b="0" i="0" u="none" strike="noStrike" cap="none" normalizeH="0" baseline="0" dirty="0">
                <a:ln>
                  <a:noFill/>
                </a:ln>
                <a:solidFill>
                  <a:schemeClr val="tx1"/>
                </a:solidFill>
                <a:effectLst/>
                <a:cs typeface="Arial" panose="020B0604020202020204" pitchFamily="34" charset="0"/>
              </a:rPr>
              <a:t> and </a:t>
            </a:r>
            <a:r>
              <a:rPr kumimoji="0" lang="en-US" altLang="en-US" sz="1100" b="0" i="0" u="none" strike="noStrike" cap="none" normalizeH="0" baseline="0" dirty="0" err="1">
                <a:ln>
                  <a:noFill/>
                </a:ln>
                <a:solidFill>
                  <a:schemeClr val="tx1"/>
                </a:solidFill>
                <a:effectLst/>
                <a:cs typeface="Arial" panose="020B0604020202020204" pitchFamily="34" charset="0"/>
              </a:rPr>
              <a:t>BCFtools</a:t>
            </a:r>
            <a:r>
              <a:rPr kumimoji="0" lang="en-US" altLang="en-US" sz="1100" b="0" i="0" u="none" strike="noStrike" cap="none" normalizeH="0" baseline="0" dirty="0">
                <a:ln>
                  <a:noFill/>
                </a:ln>
                <a:solidFill>
                  <a:schemeClr val="tx1"/>
                </a:solidFill>
                <a:effectLst/>
                <a:cs typeface="Arial" panose="020B0604020202020204" pitchFamily="34" charset="0"/>
              </a:rPr>
              <a:t>, </a:t>
            </a:r>
            <a:r>
              <a:rPr kumimoji="0" lang="en-US" altLang="en-US" sz="1100" b="0" i="0" u="none" strike="noStrike" cap="none" normalizeH="0" baseline="0" dirty="0" err="1">
                <a:ln>
                  <a:noFill/>
                </a:ln>
                <a:solidFill>
                  <a:schemeClr val="tx1"/>
                </a:solidFill>
                <a:effectLst/>
                <a:cs typeface="Arial" panose="020B0604020202020204" pitchFamily="34" charset="0"/>
              </a:rPr>
              <a:t>GigaScience</a:t>
            </a:r>
            <a:r>
              <a:rPr kumimoji="0" lang="en-US" altLang="en-US" sz="1100" b="0" i="0" u="none" strike="noStrike" cap="none" normalizeH="0" baseline="0" dirty="0">
                <a:ln>
                  <a:noFill/>
                </a:ln>
                <a:solidFill>
                  <a:schemeClr val="tx1"/>
                </a:solidFill>
                <a:effectLst/>
                <a:cs typeface="Arial" panose="020B0604020202020204" pitchFamily="34" charset="0"/>
              </a:rPr>
              <a:t>, Volume 10, Issue 2, February 2021, giab008, https://doi-org.libproxy1.nus.edu.sg/10.1093/</a:t>
            </a:r>
            <a:r>
              <a:rPr kumimoji="0" lang="en-US" altLang="en-US" sz="1100" b="0" i="0" u="none" strike="noStrike" cap="none" normalizeH="0" baseline="0" dirty="0" err="1">
                <a:ln>
                  <a:noFill/>
                </a:ln>
                <a:solidFill>
                  <a:schemeClr val="tx1"/>
                </a:solidFill>
                <a:effectLst/>
                <a:cs typeface="Arial" panose="020B0604020202020204" pitchFamily="34" charset="0"/>
              </a:rPr>
              <a:t>gigascience</a:t>
            </a:r>
            <a:r>
              <a:rPr kumimoji="0" lang="en-US" altLang="en-US" sz="1100" b="0" i="0" u="none" strike="noStrike" cap="none" normalizeH="0" baseline="0" dirty="0">
                <a:ln>
                  <a:noFill/>
                </a:ln>
                <a:solidFill>
                  <a:schemeClr val="tx1"/>
                </a:solidFill>
                <a:effectLst/>
                <a:cs typeface="Arial" panose="020B0604020202020204" pitchFamily="34" charset="0"/>
              </a:rPr>
              <a:t>/giab008</a:t>
            </a:r>
          </a:p>
        </p:txBody>
      </p:sp>
    </p:spTree>
    <p:extLst>
      <p:ext uri="{BB962C8B-B14F-4D97-AF65-F5344CB8AC3E}">
        <p14:creationId xmlns:p14="http://schemas.microsoft.com/office/powerpoint/2010/main" val="248877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332B-127A-D140-11DE-CDC918A23249}"/>
              </a:ext>
            </a:extLst>
          </p:cNvPr>
          <p:cNvSpPr>
            <a:spLocks noGrp="1"/>
          </p:cNvSpPr>
          <p:nvPr>
            <p:ph type="title"/>
          </p:nvPr>
        </p:nvSpPr>
        <p:spPr/>
        <p:txBody>
          <a:bodyPr/>
          <a:lstStyle/>
          <a:p>
            <a:r>
              <a:rPr lang="en-US" dirty="0"/>
              <a:t>GATK</a:t>
            </a:r>
            <a:endParaRPr dirty="0"/>
          </a:p>
        </p:txBody>
      </p:sp>
      <p:sp>
        <p:nvSpPr>
          <p:cNvPr id="3" name="Content Placeholder 2">
            <a:extLst>
              <a:ext uri="{FF2B5EF4-FFF2-40B4-BE49-F238E27FC236}">
                <a16:creationId xmlns:a16="http://schemas.microsoft.com/office/drawing/2014/main" id="{5437D680-A45E-9F69-514A-26E692A06CA8}"/>
              </a:ext>
            </a:extLst>
          </p:cNvPr>
          <p:cNvSpPr>
            <a:spLocks noGrp="1"/>
          </p:cNvSpPr>
          <p:nvPr>
            <p:ph idx="1"/>
          </p:nvPr>
        </p:nvSpPr>
        <p:spPr/>
        <p:txBody>
          <a:bodyPr/>
          <a:lstStyle/>
          <a:p>
            <a:r>
              <a:rPr lang="en-SG" dirty="0"/>
              <a:t>The GATK</a:t>
            </a:r>
            <a:r>
              <a:rPr lang="en-SG" baseline="30000" dirty="0"/>
              <a:t>1-4</a:t>
            </a:r>
            <a:r>
              <a:rPr lang="en-SG" dirty="0"/>
              <a:t> is the industry standard for identifying SNPs and indels in germline DNA and </a:t>
            </a:r>
            <a:r>
              <a:rPr lang="en-SG" dirty="0" err="1"/>
              <a:t>RNAseq</a:t>
            </a:r>
            <a:r>
              <a:rPr lang="en-SG" dirty="0"/>
              <a:t> data.</a:t>
            </a:r>
          </a:p>
          <a:p>
            <a:r>
              <a:rPr lang="en-SG" dirty="0"/>
              <a:t>Readily available in NSCC</a:t>
            </a:r>
          </a:p>
          <a:p>
            <a:r>
              <a:rPr lang="en-US" dirty="0"/>
              <a:t>Well documented and cited variant calling tool and method</a:t>
            </a:r>
          </a:p>
          <a:p>
            <a:pPr marL="0" indent="0">
              <a:buNone/>
            </a:pPr>
            <a:endParaRPr dirty="0"/>
          </a:p>
        </p:txBody>
      </p:sp>
      <p:sp>
        <p:nvSpPr>
          <p:cNvPr id="5" name="TextBox 4">
            <a:extLst>
              <a:ext uri="{FF2B5EF4-FFF2-40B4-BE49-F238E27FC236}">
                <a16:creationId xmlns:a16="http://schemas.microsoft.com/office/drawing/2014/main" id="{75AF28CA-EF02-2F41-4976-C7B8BB13B855}"/>
              </a:ext>
            </a:extLst>
          </p:cNvPr>
          <p:cNvSpPr txBox="1"/>
          <p:nvPr/>
        </p:nvSpPr>
        <p:spPr>
          <a:xfrm>
            <a:off x="0" y="5580727"/>
            <a:ext cx="12192000" cy="1277273"/>
          </a:xfrm>
          <a:prstGeom prst="rect">
            <a:avLst/>
          </a:prstGeom>
          <a:noFill/>
        </p:spPr>
        <p:txBody>
          <a:bodyPr wrap="square">
            <a:spAutoFit/>
          </a:bodyPr>
          <a:lstStyle/>
          <a:p>
            <a:pPr marL="342900" indent="-342900">
              <a:buAutoNum type="arabicPeriod"/>
            </a:pPr>
            <a:r>
              <a:rPr lang="en-SG" sz="1100" b="0" i="0" dirty="0">
                <a:solidFill>
                  <a:srgbClr val="1B1B1B"/>
                </a:solidFill>
                <a:effectLst/>
              </a:rPr>
              <a:t>McKenna, A., Hanna, M., Banks, E., </a:t>
            </a:r>
            <a:r>
              <a:rPr lang="en-SG" sz="1100" b="0" i="0" dirty="0" err="1">
                <a:solidFill>
                  <a:srgbClr val="1B1B1B"/>
                </a:solidFill>
                <a:effectLst/>
              </a:rPr>
              <a:t>Sivachenko</a:t>
            </a:r>
            <a:r>
              <a:rPr lang="en-SG" sz="1100" b="0" i="0" dirty="0">
                <a:solidFill>
                  <a:srgbClr val="1B1B1B"/>
                </a:solidFill>
                <a:effectLst/>
              </a:rPr>
              <a:t>, A., </a:t>
            </a:r>
            <a:r>
              <a:rPr lang="en-SG" sz="1100" b="0" i="0" dirty="0" err="1">
                <a:solidFill>
                  <a:srgbClr val="1B1B1B"/>
                </a:solidFill>
                <a:effectLst/>
              </a:rPr>
              <a:t>Cibulskis</a:t>
            </a:r>
            <a:r>
              <a:rPr lang="en-SG" sz="1100" b="0" i="0" dirty="0">
                <a:solidFill>
                  <a:srgbClr val="1B1B1B"/>
                </a:solidFill>
                <a:effectLst/>
              </a:rPr>
              <a:t>, K., </a:t>
            </a:r>
            <a:r>
              <a:rPr lang="en-SG" sz="1100" b="0" i="0" dirty="0" err="1">
                <a:solidFill>
                  <a:srgbClr val="1B1B1B"/>
                </a:solidFill>
                <a:effectLst/>
              </a:rPr>
              <a:t>Kernytsky</a:t>
            </a:r>
            <a:r>
              <a:rPr lang="en-SG" sz="1100" b="0" i="0" dirty="0">
                <a:solidFill>
                  <a:srgbClr val="1B1B1B"/>
                </a:solidFill>
                <a:effectLst/>
              </a:rPr>
              <a:t>, A., Garimella, K., Altshuler, D., Gabriel, S., Daly, M., &amp; </a:t>
            </a:r>
            <a:r>
              <a:rPr lang="en-SG" sz="1100" b="0" i="0" dirty="0" err="1">
                <a:solidFill>
                  <a:srgbClr val="1B1B1B"/>
                </a:solidFill>
                <a:effectLst/>
              </a:rPr>
              <a:t>DePristo</a:t>
            </a:r>
            <a:r>
              <a:rPr lang="en-SG" sz="1100" b="0" i="0" dirty="0">
                <a:solidFill>
                  <a:srgbClr val="1B1B1B"/>
                </a:solidFill>
                <a:effectLst/>
              </a:rPr>
              <a:t>, M. A. (2010). The Genome Analysis Toolkit: a MapReduce framework for </a:t>
            </a:r>
            <a:r>
              <a:rPr lang="en-SG" sz="1100" b="0" i="0" dirty="0" err="1">
                <a:solidFill>
                  <a:srgbClr val="1B1B1B"/>
                </a:solidFill>
                <a:effectLst/>
              </a:rPr>
              <a:t>analyzing</a:t>
            </a:r>
            <a:r>
              <a:rPr lang="en-SG" sz="1100" b="0" i="0" dirty="0">
                <a:solidFill>
                  <a:srgbClr val="1B1B1B"/>
                </a:solidFill>
                <a:effectLst/>
              </a:rPr>
              <a:t> next-generation DNA sequencing data. </a:t>
            </a:r>
            <a:r>
              <a:rPr lang="en-SG" sz="1100" b="0" i="1" dirty="0">
                <a:solidFill>
                  <a:srgbClr val="1B1B1B"/>
                </a:solidFill>
                <a:effectLst/>
              </a:rPr>
              <a:t>Genome research</a:t>
            </a:r>
            <a:r>
              <a:rPr lang="en-SG" sz="1100" b="0" i="0" dirty="0">
                <a:solidFill>
                  <a:srgbClr val="1B1B1B"/>
                </a:solidFill>
                <a:effectLst/>
              </a:rPr>
              <a:t>, </a:t>
            </a:r>
            <a:r>
              <a:rPr lang="en-SG" sz="1100" b="0" i="1" dirty="0">
                <a:solidFill>
                  <a:srgbClr val="1B1B1B"/>
                </a:solidFill>
                <a:effectLst/>
              </a:rPr>
              <a:t>20</a:t>
            </a:r>
            <a:r>
              <a:rPr lang="en-SG" sz="1100" b="0" i="0" dirty="0">
                <a:solidFill>
                  <a:srgbClr val="1B1B1B"/>
                </a:solidFill>
                <a:effectLst/>
              </a:rPr>
              <a:t>(9), 1297–1303. </a:t>
            </a:r>
            <a:r>
              <a:rPr lang="en-SG" sz="1100" b="0" i="0" dirty="0">
                <a:solidFill>
                  <a:srgbClr val="1B1B1B"/>
                </a:solidFill>
                <a:effectLst/>
                <a:hlinkClick r:id="rId2"/>
              </a:rPr>
              <a:t>https://doi.org/10.1101/gr.107524.110</a:t>
            </a:r>
            <a:endParaRPr lang="en-SG" sz="1100" b="0" i="0" dirty="0">
              <a:solidFill>
                <a:srgbClr val="1B1B1B"/>
              </a:solidFill>
              <a:effectLst/>
            </a:endParaRPr>
          </a:p>
          <a:p>
            <a:pPr marL="342900" indent="-342900">
              <a:buAutoNum type="arabicPeriod"/>
            </a:pPr>
            <a:r>
              <a:rPr lang="en-SG" sz="1100" b="0" i="0" dirty="0" err="1">
                <a:solidFill>
                  <a:srgbClr val="1B1B1B"/>
                </a:solidFill>
                <a:effectLst/>
              </a:rPr>
              <a:t>DePristo</a:t>
            </a:r>
            <a:r>
              <a:rPr lang="en-SG" sz="1100" b="0" i="0" dirty="0">
                <a:solidFill>
                  <a:srgbClr val="1B1B1B"/>
                </a:solidFill>
                <a:effectLst/>
              </a:rPr>
              <a:t>, M., Banks, E., Poplin, R. et al. A framework for variation discovery and genotyping using next-generation DNA sequencing data. Nat Genet 43, 491–498 (2011). </a:t>
            </a:r>
            <a:r>
              <a:rPr lang="en-SG" sz="1100" b="0" i="0" dirty="0">
                <a:solidFill>
                  <a:srgbClr val="1B1B1B"/>
                </a:solidFill>
                <a:effectLst/>
                <a:hlinkClick r:id="rId3"/>
              </a:rPr>
              <a:t>https://doi.org/10.1038/ng.806</a:t>
            </a:r>
            <a:r>
              <a:rPr lang="en-SG" sz="1100" b="0" i="0" dirty="0">
                <a:solidFill>
                  <a:srgbClr val="1B1B1B"/>
                </a:solidFill>
                <a:effectLst/>
              </a:rPr>
              <a:t> </a:t>
            </a:r>
          </a:p>
          <a:p>
            <a:pPr marL="342900" indent="-342900">
              <a:buAutoNum type="arabicPeriod"/>
            </a:pPr>
            <a:r>
              <a:rPr lang="en-SG" sz="1100" b="0" i="0" dirty="0">
                <a:solidFill>
                  <a:srgbClr val="1B1B1B"/>
                </a:solidFill>
                <a:effectLst/>
              </a:rPr>
              <a:t>Poplin R, Ruano-Rubio V, </a:t>
            </a:r>
            <a:r>
              <a:rPr lang="en-SG" sz="1100" b="0" i="0" dirty="0" err="1">
                <a:solidFill>
                  <a:srgbClr val="1B1B1B"/>
                </a:solidFill>
                <a:effectLst/>
              </a:rPr>
              <a:t>DePristo</a:t>
            </a:r>
            <a:r>
              <a:rPr lang="en-SG" sz="1100" b="0" i="0" dirty="0">
                <a:solidFill>
                  <a:srgbClr val="1B1B1B"/>
                </a:solidFill>
                <a:effectLst/>
              </a:rPr>
              <a:t> MA, Fennell TJ, Carneiro MO, Van der </a:t>
            </a:r>
            <a:r>
              <a:rPr lang="en-SG" sz="1100" b="0" i="0" dirty="0" err="1">
                <a:solidFill>
                  <a:srgbClr val="1B1B1B"/>
                </a:solidFill>
                <a:effectLst/>
              </a:rPr>
              <a:t>Auwera</a:t>
            </a:r>
            <a:r>
              <a:rPr lang="en-SG" sz="1100" b="0" i="0" dirty="0">
                <a:solidFill>
                  <a:srgbClr val="1B1B1B"/>
                </a:solidFill>
                <a:effectLst/>
              </a:rPr>
              <a:t> GA, Kling DE, Gauthier LD, Levy-Moonshine A, </a:t>
            </a:r>
            <a:r>
              <a:rPr lang="en-SG" sz="1100" b="0" i="0" dirty="0" err="1">
                <a:solidFill>
                  <a:srgbClr val="1B1B1B"/>
                </a:solidFill>
                <a:effectLst/>
              </a:rPr>
              <a:t>Roazen</a:t>
            </a:r>
            <a:r>
              <a:rPr lang="en-SG" sz="1100" b="0" i="0" dirty="0">
                <a:solidFill>
                  <a:srgbClr val="1B1B1B"/>
                </a:solidFill>
                <a:effectLst/>
              </a:rPr>
              <a:t> D, Shakir K, Thibault J, Chandran S, Whelan C, Lek M, Gabriel S, Daly MJ, Neale B, MacArthur DG, Banks E. (2017). Scaling accurate genetic variant discovery to tens of thousands of samples </a:t>
            </a:r>
            <a:r>
              <a:rPr lang="en-SG" sz="1100" b="0" i="0" dirty="0" err="1">
                <a:solidFill>
                  <a:srgbClr val="1B1B1B"/>
                </a:solidFill>
                <a:effectLst/>
              </a:rPr>
              <a:t>bioRxiv</a:t>
            </a:r>
            <a:r>
              <a:rPr lang="en-SG" sz="1100" b="0" i="0" dirty="0">
                <a:solidFill>
                  <a:srgbClr val="1B1B1B"/>
                </a:solidFill>
                <a:effectLst/>
              </a:rPr>
              <a:t>, 201178. DOI: 10.1101/201178</a:t>
            </a:r>
          </a:p>
          <a:p>
            <a:pPr marL="342900" indent="-342900">
              <a:buAutoNum type="arabicPeriod"/>
            </a:pPr>
            <a:r>
              <a:rPr lang="en-SG" sz="1100" b="0" i="0" dirty="0">
                <a:solidFill>
                  <a:srgbClr val="1B1B1B"/>
                </a:solidFill>
                <a:effectLst/>
              </a:rPr>
              <a:t>Van der </a:t>
            </a:r>
            <a:r>
              <a:rPr lang="en-SG" sz="1100" b="0" i="0" dirty="0" err="1">
                <a:solidFill>
                  <a:srgbClr val="1B1B1B"/>
                </a:solidFill>
                <a:effectLst/>
              </a:rPr>
              <a:t>Auwera</a:t>
            </a:r>
            <a:r>
              <a:rPr lang="en-SG" sz="1100" b="0" i="0" dirty="0">
                <a:solidFill>
                  <a:srgbClr val="1B1B1B"/>
                </a:solidFill>
                <a:effectLst/>
              </a:rPr>
              <a:t> GA &amp; O'Connor BD. (2020). Genomics in the Cloud: Using Docker, GATK, and WDL in Terra (1st Edition). O'Reilly Media.</a:t>
            </a:r>
          </a:p>
        </p:txBody>
      </p:sp>
    </p:spTree>
    <p:extLst>
      <p:ext uri="{BB962C8B-B14F-4D97-AF65-F5344CB8AC3E}">
        <p14:creationId xmlns:p14="http://schemas.microsoft.com/office/powerpoint/2010/main" val="2243168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C0E5-FD85-4F60-57DA-2B36CDF34A46}"/>
              </a:ext>
            </a:extLst>
          </p:cNvPr>
          <p:cNvSpPr>
            <a:spLocks noGrp="1"/>
          </p:cNvSpPr>
          <p:nvPr>
            <p:ph type="title"/>
          </p:nvPr>
        </p:nvSpPr>
        <p:spPr/>
        <p:txBody>
          <a:bodyPr/>
          <a:lstStyle/>
          <a:p>
            <a:r>
              <a:rPr lang="en-US" dirty="0"/>
              <a:t>Variant Calling Methods</a:t>
            </a:r>
            <a:endParaRPr dirty="0"/>
          </a:p>
        </p:txBody>
      </p:sp>
      <p:graphicFrame>
        <p:nvGraphicFramePr>
          <p:cNvPr id="5" name="Content Placeholder 4">
            <a:extLst>
              <a:ext uri="{FF2B5EF4-FFF2-40B4-BE49-F238E27FC236}">
                <a16:creationId xmlns:a16="http://schemas.microsoft.com/office/drawing/2014/main" id="{AE97E63D-C97D-58C6-9609-D6EDF187FD12}"/>
              </a:ext>
            </a:extLst>
          </p:cNvPr>
          <p:cNvGraphicFramePr>
            <a:graphicFrameLocks noGrp="1"/>
          </p:cNvGraphicFramePr>
          <p:nvPr>
            <p:ph idx="1"/>
            <p:extLst>
              <p:ext uri="{D42A27DB-BD31-4B8C-83A1-F6EECF244321}">
                <p14:modId xmlns:p14="http://schemas.microsoft.com/office/powerpoint/2010/main" val="2730749605"/>
              </p:ext>
            </p:extLst>
          </p:nvPr>
        </p:nvGraphicFramePr>
        <p:xfrm>
          <a:off x="2001613" y="1817139"/>
          <a:ext cx="8188774" cy="3223722"/>
        </p:xfrm>
        <a:graphic>
          <a:graphicData uri="http://schemas.openxmlformats.org/drawingml/2006/table">
            <a:tbl>
              <a:tblPr firstRow="1" bandRow="1">
                <a:tableStyleId>{5C22544A-7EE6-4342-B048-85BDC9FD1C3A}</a:tableStyleId>
              </a:tblPr>
              <a:tblGrid>
                <a:gridCol w="791036">
                  <a:extLst>
                    <a:ext uri="{9D8B030D-6E8A-4147-A177-3AD203B41FA5}">
                      <a16:colId xmlns:a16="http://schemas.microsoft.com/office/drawing/2014/main" val="4075408881"/>
                    </a:ext>
                  </a:extLst>
                </a:gridCol>
                <a:gridCol w="3698869">
                  <a:extLst>
                    <a:ext uri="{9D8B030D-6E8A-4147-A177-3AD203B41FA5}">
                      <a16:colId xmlns:a16="http://schemas.microsoft.com/office/drawing/2014/main" val="2579995132"/>
                    </a:ext>
                  </a:extLst>
                </a:gridCol>
                <a:gridCol w="3698869">
                  <a:extLst>
                    <a:ext uri="{9D8B030D-6E8A-4147-A177-3AD203B41FA5}">
                      <a16:colId xmlns:a16="http://schemas.microsoft.com/office/drawing/2014/main" val="1048591280"/>
                    </a:ext>
                  </a:extLst>
                </a:gridCol>
              </a:tblGrid>
              <a:tr h="483227">
                <a:tc>
                  <a:txBody>
                    <a:bodyPr/>
                    <a:lstStyle/>
                    <a:p>
                      <a:endParaRPr dirty="0"/>
                    </a:p>
                  </a:txBody>
                  <a:tcPr/>
                </a:tc>
                <a:tc>
                  <a:txBody>
                    <a:bodyPr/>
                    <a:lstStyle/>
                    <a:p>
                      <a:pPr algn="ctr"/>
                      <a:r>
                        <a:rPr lang="en-US" dirty="0"/>
                        <a:t>GATK</a:t>
                      </a:r>
                      <a:endParaRPr dirty="0"/>
                    </a:p>
                  </a:txBody>
                  <a:tcPr anchor="ctr"/>
                </a:tc>
                <a:tc>
                  <a:txBody>
                    <a:bodyPr/>
                    <a:lstStyle/>
                    <a:p>
                      <a:pPr algn="ctr"/>
                      <a:r>
                        <a:rPr lang="en-US" dirty="0" err="1"/>
                        <a:t>BCFtools</a:t>
                      </a:r>
                      <a:r>
                        <a:rPr lang="en-US" dirty="0"/>
                        <a:t> </a:t>
                      </a:r>
                      <a:r>
                        <a:rPr lang="en-US" dirty="0" err="1"/>
                        <a:t>mpileup</a:t>
                      </a:r>
                      <a:endParaRPr dirty="0"/>
                    </a:p>
                  </a:txBody>
                  <a:tcPr anchor="ctr"/>
                </a:tc>
                <a:extLst>
                  <a:ext uri="{0D108BD9-81ED-4DB2-BD59-A6C34878D82A}">
                    <a16:rowId xmlns:a16="http://schemas.microsoft.com/office/drawing/2014/main" val="2001145847"/>
                  </a:ext>
                </a:extLst>
              </a:tr>
              <a:tr h="1906431">
                <a:tc>
                  <a:txBody>
                    <a:bodyPr/>
                    <a:lstStyle/>
                    <a:p>
                      <a:r>
                        <a:rPr lang="en-US" dirty="0"/>
                        <a:t>Pros</a:t>
                      </a:r>
                      <a:endParaRPr dirty="0"/>
                    </a:p>
                  </a:txBody>
                  <a:tcPr anchor="ctr"/>
                </a:tc>
                <a:tc>
                  <a:txBody>
                    <a:bodyPr/>
                    <a:lstStyle/>
                    <a:p>
                      <a:pPr marL="285750" indent="-285750">
                        <a:buFont typeface="Arial" panose="020B0604020202020204" pitchFamily="34" charset="0"/>
                        <a:buChar char="•"/>
                      </a:pPr>
                      <a:r>
                        <a:rPr lang="en-US" dirty="0"/>
                        <a:t>Highly sensitive, powerful for complex regions, including indels</a:t>
                      </a:r>
                    </a:p>
                    <a:p>
                      <a:pPr marL="285750" indent="-285750">
                        <a:buFont typeface="Arial" panose="020B0604020202020204" pitchFamily="34" charset="0"/>
                        <a:buChar char="•"/>
                      </a:pPr>
                      <a:r>
                        <a:rPr lang="en-US" dirty="0"/>
                        <a:t>Industry standard</a:t>
                      </a:r>
                    </a:p>
                    <a:p>
                      <a:pPr marL="285750" indent="-285750">
                        <a:buFont typeface="Arial" panose="020B0604020202020204" pitchFamily="34" charset="0"/>
                        <a:buChar char="•"/>
                      </a:pPr>
                      <a:r>
                        <a:rPr lang="en-US" dirty="0"/>
                        <a:t>Able to deal with n+1 problem</a:t>
                      </a:r>
                      <a:r>
                        <a:rPr lang="en-US" baseline="30000" dirty="0"/>
                        <a:t>#</a:t>
                      </a:r>
                      <a:endParaRPr baseline="30000" dirty="0"/>
                    </a:p>
                  </a:txBody>
                  <a:tcPr anchor="ctr"/>
                </a:tc>
                <a:tc>
                  <a:txBody>
                    <a:bodyPr/>
                    <a:lstStyle/>
                    <a:p>
                      <a:pPr marL="285750" indent="-285750">
                        <a:buFont typeface="Arial" panose="020B0604020202020204" pitchFamily="34" charset="0"/>
                        <a:buChar char="•"/>
                      </a:pPr>
                      <a:r>
                        <a:rPr lang="en-US" dirty="0"/>
                        <a:t>Faster, simpler </a:t>
                      </a:r>
                    </a:p>
                    <a:p>
                      <a:pPr marL="285750" indent="-285750">
                        <a:buFont typeface="Arial" panose="020B0604020202020204" pitchFamily="34" charset="0"/>
                        <a:buChar char="•"/>
                      </a:pPr>
                      <a:r>
                        <a:rPr lang="en-US" dirty="0"/>
                        <a:t>Unable to deal with n+1 problem</a:t>
                      </a:r>
                      <a:r>
                        <a:rPr lang="en-US" baseline="30000" dirty="0"/>
                        <a:t>#</a:t>
                      </a:r>
                      <a:endParaRPr dirty="0"/>
                    </a:p>
                  </a:txBody>
                  <a:tcPr anchor="ctr"/>
                </a:tc>
                <a:extLst>
                  <a:ext uri="{0D108BD9-81ED-4DB2-BD59-A6C34878D82A}">
                    <a16:rowId xmlns:a16="http://schemas.microsoft.com/office/drawing/2014/main" val="1716471222"/>
                  </a:ext>
                </a:extLst>
              </a:tr>
              <a:tr h="834064">
                <a:tc>
                  <a:txBody>
                    <a:bodyPr/>
                    <a:lstStyle/>
                    <a:p>
                      <a:r>
                        <a:rPr lang="en-US" dirty="0"/>
                        <a:t>Cons</a:t>
                      </a:r>
                      <a:endParaRPr dirty="0"/>
                    </a:p>
                  </a:txBody>
                  <a:tcPr anchor="ctr"/>
                </a:tc>
                <a:tc>
                  <a:txBody>
                    <a:bodyPr/>
                    <a:lstStyle/>
                    <a:p>
                      <a:pPr marL="285750" indent="-285750">
                        <a:buFont typeface="Arial" panose="020B0604020202020204" pitchFamily="34" charset="0"/>
                        <a:buChar char="•"/>
                      </a:pPr>
                      <a:r>
                        <a:rPr lang="en-US" dirty="0"/>
                        <a:t>Slower with high coverage</a:t>
                      </a:r>
                      <a:endParaRPr dirty="0"/>
                    </a:p>
                  </a:txBody>
                  <a:tcPr anchor="ctr"/>
                </a:tc>
                <a:tc>
                  <a:txBody>
                    <a:bodyPr/>
                    <a:lstStyle/>
                    <a:p>
                      <a:pPr marL="285750" indent="-285750">
                        <a:buFont typeface="Arial" panose="020B0604020202020204" pitchFamily="34" charset="0"/>
                        <a:buChar char="•"/>
                      </a:pPr>
                      <a:r>
                        <a:rPr lang="en-US" dirty="0"/>
                        <a:t>Latest publications do not use this</a:t>
                      </a:r>
                      <a:endParaRPr dirty="0"/>
                    </a:p>
                  </a:txBody>
                  <a:tcPr anchor="ctr"/>
                </a:tc>
                <a:extLst>
                  <a:ext uri="{0D108BD9-81ED-4DB2-BD59-A6C34878D82A}">
                    <a16:rowId xmlns:a16="http://schemas.microsoft.com/office/drawing/2014/main" val="334161651"/>
                  </a:ext>
                </a:extLst>
              </a:tr>
            </a:tbl>
          </a:graphicData>
        </a:graphic>
      </p:graphicFrame>
      <p:sp>
        <p:nvSpPr>
          <p:cNvPr id="8" name="TextBox 7">
            <a:extLst>
              <a:ext uri="{FF2B5EF4-FFF2-40B4-BE49-F238E27FC236}">
                <a16:creationId xmlns:a16="http://schemas.microsoft.com/office/drawing/2014/main" id="{FD51FCA5-F232-511F-EE61-035E43DDA270}"/>
              </a:ext>
            </a:extLst>
          </p:cNvPr>
          <p:cNvSpPr txBox="1"/>
          <p:nvPr/>
        </p:nvSpPr>
        <p:spPr>
          <a:xfrm>
            <a:off x="1732" y="6492875"/>
            <a:ext cx="6094268" cy="369332"/>
          </a:xfrm>
          <a:prstGeom prst="rect">
            <a:avLst/>
          </a:prstGeom>
          <a:noFill/>
        </p:spPr>
        <p:txBody>
          <a:bodyPr wrap="square">
            <a:spAutoFit/>
          </a:bodyPr>
          <a:lstStyle/>
          <a:p>
            <a:r>
              <a:rPr lang="en-US" baseline="30000" dirty="0"/>
              <a:t># </a:t>
            </a:r>
            <a:r>
              <a:rPr lang="en-US" dirty="0"/>
              <a:t>n+1 problem: Refer to next slide</a:t>
            </a:r>
            <a:endParaRPr dirty="0"/>
          </a:p>
        </p:txBody>
      </p:sp>
    </p:spTree>
    <p:extLst>
      <p:ext uri="{BB962C8B-B14F-4D97-AF65-F5344CB8AC3E}">
        <p14:creationId xmlns:p14="http://schemas.microsoft.com/office/powerpoint/2010/main" val="815988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5975-81CE-3FD7-4206-7AF3326EDB05}"/>
              </a:ext>
            </a:extLst>
          </p:cNvPr>
          <p:cNvSpPr>
            <a:spLocks noGrp="1"/>
          </p:cNvSpPr>
          <p:nvPr>
            <p:ph type="title"/>
          </p:nvPr>
        </p:nvSpPr>
        <p:spPr/>
        <p:txBody>
          <a:bodyPr/>
          <a:lstStyle/>
          <a:p>
            <a:pPr algn="ctr"/>
            <a:r>
              <a:rPr lang="en-US" dirty="0"/>
              <a:t>The N+1 problem in joint variant calling</a:t>
            </a:r>
            <a:endParaRPr dirty="0"/>
          </a:p>
        </p:txBody>
      </p:sp>
      <p:sp>
        <p:nvSpPr>
          <p:cNvPr id="3" name="Content Placeholder 2">
            <a:extLst>
              <a:ext uri="{FF2B5EF4-FFF2-40B4-BE49-F238E27FC236}">
                <a16:creationId xmlns:a16="http://schemas.microsoft.com/office/drawing/2014/main" id="{4B997663-9558-03CC-F3EE-A458F7616DCD}"/>
              </a:ext>
            </a:extLst>
          </p:cNvPr>
          <p:cNvSpPr>
            <a:spLocks noGrp="1"/>
          </p:cNvSpPr>
          <p:nvPr>
            <p:ph idx="1"/>
          </p:nvPr>
        </p:nvSpPr>
        <p:spPr>
          <a:xfrm>
            <a:off x="838200" y="1489166"/>
            <a:ext cx="10515600" cy="4687797"/>
          </a:xfrm>
        </p:spPr>
        <p:txBody>
          <a:bodyPr>
            <a:normAutofit/>
          </a:bodyPr>
          <a:lstStyle/>
          <a:p>
            <a:r>
              <a:rPr lang="en-US" dirty="0"/>
              <a:t>Samples return in batches, cohort-level variant calling is always more accurate than batch level variant calling</a:t>
            </a:r>
          </a:p>
          <a:p>
            <a:r>
              <a:rPr lang="en-US" dirty="0"/>
              <a:t>However, cohort-level variant calling is computationally intensive</a:t>
            </a:r>
          </a:p>
          <a:p>
            <a:r>
              <a:rPr lang="en-US" dirty="0"/>
              <a:t>The N+1 problem: if 1 or more samples are added, must recall entire cohort!</a:t>
            </a:r>
          </a:p>
        </p:txBody>
      </p:sp>
      <p:sp>
        <p:nvSpPr>
          <p:cNvPr id="5" name="TextBox 4">
            <a:extLst>
              <a:ext uri="{FF2B5EF4-FFF2-40B4-BE49-F238E27FC236}">
                <a16:creationId xmlns:a16="http://schemas.microsoft.com/office/drawing/2014/main" id="{F4862CFD-6D16-E4AA-8255-546890830643}"/>
              </a:ext>
            </a:extLst>
          </p:cNvPr>
          <p:cNvSpPr txBox="1"/>
          <p:nvPr/>
        </p:nvSpPr>
        <p:spPr>
          <a:xfrm>
            <a:off x="0" y="6427113"/>
            <a:ext cx="12192000" cy="430887"/>
          </a:xfrm>
          <a:prstGeom prst="rect">
            <a:avLst/>
          </a:prstGeom>
          <a:noFill/>
        </p:spPr>
        <p:txBody>
          <a:bodyPr wrap="square">
            <a:spAutoFit/>
          </a:bodyPr>
          <a:lstStyle/>
          <a:p>
            <a:pPr marL="228600" indent="-228600">
              <a:buAutoNum type="arabicPeriod"/>
            </a:pPr>
            <a:r>
              <a:rPr lang="en-SG" sz="1100" dirty="0">
                <a:hlinkClick r:id="rId2"/>
              </a:rPr>
              <a:t>https://biohpc.cornell.edu/lab/doc/variant_workshop_part2.pdf</a:t>
            </a:r>
            <a:endParaRPr lang="en-SG" sz="1100" dirty="0"/>
          </a:p>
          <a:p>
            <a:pPr marL="228600" indent="-228600">
              <a:buAutoNum type="arabicPeriod"/>
            </a:pPr>
            <a:r>
              <a:rPr lang="en-SG" sz="1100" dirty="0">
                <a:hlinkClick r:id="rId3"/>
              </a:rPr>
              <a:t>https://gatk.broadinstitute.org/hc/en-us/articles/360035890431-The-logic-of-joint-calling-for-germline-short-variants</a:t>
            </a:r>
            <a:r>
              <a:rPr lang="en-SG" sz="1100" dirty="0"/>
              <a:t> </a:t>
            </a:r>
            <a:endParaRPr sz="1100" dirty="0"/>
          </a:p>
        </p:txBody>
      </p:sp>
      <p:graphicFrame>
        <p:nvGraphicFramePr>
          <p:cNvPr id="6" name="Table 5">
            <a:extLst>
              <a:ext uri="{FF2B5EF4-FFF2-40B4-BE49-F238E27FC236}">
                <a16:creationId xmlns:a16="http://schemas.microsoft.com/office/drawing/2014/main" id="{2A316206-0303-AE8E-C94A-7DE64F186FC0}"/>
              </a:ext>
            </a:extLst>
          </p:cNvPr>
          <p:cNvGraphicFramePr>
            <a:graphicFrameLocks noGrp="1"/>
          </p:cNvGraphicFramePr>
          <p:nvPr>
            <p:extLst>
              <p:ext uri="{D42A27DB-BD31-4B8C-83A1-F6EECF244321}">
                <p14:modId xmlns:p14="http://schemas.microsoft.com/office/powerpoint/2010/main" val="2091959978"/>
              </p:ext>
            </p:extLst>
          </p:nvPr>
        </p:nvGraphicFramePr>
        <p:xfrm>
          <a:off x="2032000" y="3885883"/>
          <a:ext cx="8128000" cy="22910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033357371"/>
                    </a:ext>
                  </a:extLst>
                </a:gridCol>
                <a:gridCol w="4064000">
                  <a:extLst>
                    <a:ext uri="{9D8B030D-6E8A-4147-A177-3AD203B41FA5}">
                      <a16:colId xmlns:a16="http://schemas.microsoft.com/office/drawing/2014/main" val="1149547516"/>
                    </a:ext>
                  </a:extLst>
                </a:gridCol>
              </a:tblGrid>
              <a:tr h="370840">
                <a:tc>
                  <a:txBody>
                    <a:bodyPr/>
                    <a:lstStyle/>
                    <a:p>
                      <a:r>
                        <a:rPr lang="en-US" dirty="0" err="1"/>
                        <a:t>BCFtools</a:t>
                      </a:r>
                      <a:endParaRPr dirty="0"/>
                    </a:p>
                  </a:txBody>
                  <a:tcPr/>
                </a:tc>
                <a:tc>
                  <a:txBody>
                    <a:bodyPr/>
                    <a:lstStyle/>
                    <a:p>
                      <a:r>
                        <a:rPr lang="en-US" dirty="0"/>
                        <a:t>GATK</a:t>
                      </a:r>
                      <a:endParaRPr dirty="0"/>
                    </a:p>
                  </a:txBody>
                  <a:tcPr/>
                </a:tc>
                <a:extLst>
                  <a:ext uri="{0D108BD9-81ED-4DB2-BD59-A6C34878D82A}">
                    <a16:rowId xmlns:a16="http://schemas.microsoft.com/office/drawing/2014/main" val="3211688133"/>
                  </a:ext>
                </a:extLst>
              </a:tr>
              <a:tr h="370840">
                <a:tc>
                  <a:txBody>
                    <a:bodyPr/>
                    <a:lstStyle/>
                    <a:p>
                      <a:r>
                        <a:rPr lang="en-US" dirty="0"/>
                        <a:t>Must recall entire cohort for every sample added! </a:t>
                      </a:r>
                      <a:endParaRPr dirty="0"/>
                    </a:p>
                  </a:txBody>
                  <a:tcPr/>
                </a:tc>
                <a:tc>
                  <a:txBody>
                    <a:bodyPr/>
                    <a:lstStyle/>
                    <a:p>
                      <a:r>
                        <a:rPr lang="en-US" dirty="0"/>
                        <a:t>Simply adds new samples into joint calling algorithm</a:t>
                      </a:r>
                      <a:endParaRPr dirty="0"/>
                    </a:p>
                  </a:txBody>
                  <a:tcPr/>
                </a:tc>
                <a:extLst>
                  <a:ext uri="{0D108BD9-81ED-4DB2-BD59-A6C34878D82A}">
                    <a16:rowId xmlns:a16="http://schemas.microsoft.com/office/drawing/2014/main" val="2484151405"/>
                  </a:ext>
                </a:extLst>
              </a:tr>
              <a:tr h="370840">
                <a:tc>
                  <a:txBody>
                    <a:bodyPr/>
                    <a:lstStyle/>
                    <a:p>
                      <a:r>
                        <a:rPr lang="en-US" dirty="0"/>
                        <a:t>Computationally heavy, does not scale well</a:t>
                      </a:r>
                    </a:p>
                  </a:txBody>
                  <a:tcPr/>
                </a:tc>
                <a:tc>
                  <a:txBody>
                    <a:bodyPr/>
                    <a:lstStyle/>
                    <a:p>
                      <a:r>
                        <a:rPr lang="en-US" dirty="0"/>
                        <a:t>Computationally efficient, scales better with large sample size</a:t>
                      </a:r>
                      <a:endParaRPr dirty="0"/>
                    </a:p>
                  </a:txBody>
                  <a:tcPr/>
                </a:tc>
                <a:extLst>
                  <a:ext uri="{0D108BD9-81ED-4DB2-BD59-A6C34878D82A}">
                    <a16:rowId xmlns:a16="http://schemas.microsoft.com/office/drawing/2014/main" val="2350742463"/>
                  </a:ext>
                </a:extLst>
              </a:tr>
              <a:tr h="370840">
                <a:tc>
                  <a:txBody>
                    <a:bodyPr/>
                    <a:lstStyle/>
                    <a:p>
                      <a:r>
                        <a:rPr lang="en-US" dirty="0"/>
                        <a:t>No efficient way of solving N+1 problem</a:t>
                      </a:r>
                    </a:p>
                  </a:txBody>
                  <a:tcPr/>
                </a:tc>
                <a:tc>
                  <a:txBody>
                    <a:bodyPr/>
                    <a:lstStyle/>
                    <a:p>
                      <a:r>
                        <a:rPr lang="en-US" dirty="0"/>
                        <a:t>Solves N+1 problem through joint calling probability algorithm</a:t>
                      </a:r>
                      <a:endParaRPr dirty="0"/>
                    </a:p>
                  </a:txBody>
                  <a:tcPr/>
                </a:tc>
                <a:extLst>
                  <a:ext uri="{0D108BD9-81ED-4DB2-BD59-A6C34878D82A}">
                    <a16:rowId xmlns:a16="http://schemas.microsoft.com/office/drawing/2014/main" val="2554281265"/>
                  </a:ext>
                </a:extLst>
              </a:tr>
            </a:tbl>
          </a:graphicData>
        </a:graphic>
      </p:graphicFrame>
    </p:spTree>
    <p:extLst>
      <p:ext uri="{BB962C8B-B14F-4D97-AF65-F5344CB8AC3E}">
        <p14:creationId xmlns:p14="http://schemas.microsoft.com/office/powerpoint/2010/main" val="4088362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1DEBA-2937-FE22-F1E1-5EAF729D1926}"/>
              </a:ext>
            </a:extLst>
          </p:cNvPr>
          <p:cNvSpPr>
            <a:spLocks noGrp="1"/>
          </p:cNvSpPr>
          <p:nvPr>
            <p:ph type="title"/>
          </p:nvPr>
        </p:nvSpPr>
        <p:spPr/>
        <p:txBody>
          <a:bodyPr/>
          <a:lstStyle/>
          <a:p>
            <a:r>
              <a:rPr lang="en-US" dirty="0"/>
              <a:t>Alignment Process (No change)</a:t>
            </a:r>
            <a:endParaRPr dirty="0"/>
          </a:p>
        </p:txBody>
      </p:sp>
      <p:graphicFrame>
        <p:nvGraphicFramePr>
          <p:cNvPr id="4" name="Content Placeholder 3">
            <a:extLst>
              <a:ext uri="{FF2B5EF4-FFF2-40B4-BE49-F238E27FC236}">
                <a16:creationId xmlns:a16="http://schemas.microsoft.com/office/drawing/2014/main" id="{937A5491-6132-8A6F-A8E4-A3DDCFB17926}"/>
              </a:ext>
            </a:extLst>
          </p:cNvPr>
          <p:cNvGraphicFramePr>
            <a:graphicFrameLocks noGrp="1"/>
          </p:cNvGraphicFramePr>
          <p:nvPr>
            <p:ph idx="1"/>
            <p:extLst>
              <p:ext uri="{D42A27DB-BD31-4B8C-83A1-F6EECF244321}">
                <p14:modId xmlns:p14="http://schemas.microsoft.com/office/powerpoint/2010/main" val="88963744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5571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F6BE-10F0-B36A-55DC-534691857FB8}"/>
              </a:ext>
            </a:extLst>
          </p:cNvPr>
          <p:cNvSpPr>
            <a:spLocks noGrp="1"/>
          </p:cNvSpPr>
          <p:nvPr>
            <p:ph type="title"/>
          </p:nvPr>
        </p:nvSpPr>
        <p:spPr>
          <a:xfrm>
            <a:off x="983680" y="862371"/>
            <a:ext cx="3789211" cy="1146821"/>
          </a:xfrm>
        </p:spPr>
        <p:txBody>
          <a:bodyPr>
            <a:normAutofit/>
          </a:bodyPr>
          <a:lstStyle/>
          <a:p>
            <a:pPr algn="ctr"/>
            <a:r>
              <a:rPr lang="en-US" sz="3200" i="1" dirty="0" err="1"/>
              <a:t>BCFtools</a:t>
            </a:r>
            <a:br>
              <a:rPr lang="en-US" sz="3200" i="1" dirty="0"/>
            </a:br>
            <a:r>
              <a:rPr lang="en-US" sz="3200" dirty="0"/>
              <a:t>(current protocol)</a:t>
            </a:r>
            <a:endParaRPr sz="3200" dirty="0"/>
          </a:p>
        </p:txBody>
      </p:sp>
      <p:graphicFrame>
        <p:nvGraphicFramePr>
          <p:cNvPr id="4" name="Content Placeholder 3">
            <a:extLst>
              <a:ext uri="{FF2B5EF4-FFF2-40B4-BE49-F238E27FC236}">
                <a16:creationId xmlns:a16="http://schemas.microsoft.com/office/drawing/2014/main" id="{C83FE6B3-C06C-9EB1-570F-586A0C432EDD}"/>
              </a:ext>
            </a:extLst>
          </p:cNvPr>
          <p:cNvGraphicFramePr>
            <a:graphicFrameLocks noGrp="1"/>
          </p:cNvGraphicFramePr>
          <p:nvPr>
            <p:ph idx="1"/>
            <p:extLst>
              <p:ext uri="{D42A27DB-BD31-4B8C-83A1-F6EECF244321}">
                <p14:modId xmlns:p14="http://schemas.microsoft.com/office/powerpoint/2010/main" val="2529312263"/>
              </p:ext>
            </p:extLst>
          </p:nvPr>
        </p:nvGraphicFramePr>
        <p:xfrm>
          <a:off x="983673" y="1974714"/>
          <a:ext cx="3789218" cy="33698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77BC8088-A941-0C97-8573-BCB046E6B1AC}"/>
              </a:ext>
            </a:extLst>
          </p:cNvPr>
          <p:cNvGraphicFramePr>
            <a:graphicFrameLocks/>
          </p:cNvGraphicFramePr>
          <p:nvPr>
            <p:extLst>
              <p:ext uri="{D42A27DB-BD31-4B8C-83A1-F6EECF244321}">
                <p14:modId xmlns:p14="http://schemas.microsoft.com/office/powerpoint/2010/main" val="455615516"/>
              </p:ext>
            </p:extLst>
          </p:nvPr>
        </p:nvGraphicFramePr>
        <p:xfrm>
          <a:off x="6694344" y="2227219"/>
          <a:ext cx="4731326" cy="40104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Title 1">
            <a:extLst>
              <a:ext uri="{FF2B5EF4-FFF2-40B4-BE49-F238E27FC236}">
                <a16:creationId xmlns:a16="http://schemas.microsoft.com/office/drawing/2014/main" id="{7AA066B3-9A12-9F00-710D-BCFA920B5C4E}"/>
              </a:ext>
            </a:extLst>
          </p:cNvPr>
          <p:cNvSpPr txBox="1">
            <a:spLocks/>
          </p:cNvSpPr>
          <p:nvPr/>
        </p:nvSpPr>
        <p:spPr>
          <a:xfrm>
            <a:off x="7629101" y="758601"/>
            <a:ext cx="3083486" cy="1354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i="1" dirty="0"/>
              <a:t>GATK</a:t>
            </a:r>
          </a:p>
          <a:p>
            <a:pPr algn="ctr"/>
            <a:r>
              <a:rPr lang="en-US" sz="3200" dirty="0"/>
              <a:t>(new protocol)</a:t>
            </a:r>
            <a:endParaRPr lang="en-US" sz="3600" dirty="0"/>
          </a:p>
        </p:txBody>
      </p:sp>
      <p:cxnSp>
        <p:nvCxnSpPr>
          <p:cNvPr id="8" name="Straight Connector 7">
            <a:extLst>
              <a:ext uri="{FF2B5EF4-FFF2-40B4-BE49-F238E27FC236}">
                <a16:creationId xmlns:a16="http://schemas.microsoft.com/office/drawing/2014/main" id="{4F2C8C24-6D32-EB31-54F3-BF1AA4CB6907}"/>
              </a:ext>
            </a:extLst>
          </p:cNvPr>
          <p:cNvCxnSpPr/>
          <p:nvPr/>
        </p:nvCxnSpPr>
        <p:spPr>
          <a:xfrm>
            <a:off x="6068291" y="0"/>
            <a:ext cx="0" cy="6858000"/>
          </a:xfrm>
          <a:prstGeom prst="line">
            <a:avLst/>
          </a:prstGeom>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2D5FD8BA-C56E-3067-848E-8C4FA31294FF}"/>
              </a:ext>
            </a:extLst>
          </p:cNvPr>
          <p:cNvSpPr txBox="1"/>
          <p:nvPr/>
        </p:nvSpPr>
        <p:spPr>
          <a:xfrm>
            <a:off x="3076576" y="0"/>
            <a:ext cx="6094268" cy="7694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4400" dirty="0">
                <a:latin typeface="+mj-lt"/>
              </a:rPr>
              <a:t>Variant Calling Process </a:t>
            </a:r>
            <a:endParaRPr sz="4400" dirty="0">
              <a:latin typeface="+mj-lt"/>
            </a:endParaRPr>
          </a:p>
        </p:txBody>
      </p:sp>
    </p:spTree>
    <p:extLst>
      <p:ext uri="{BB962C8B-B14F-4D97-AF65-F5344CB8AC3E}">
        <p14:creationId xmlns:p14="http://schemas.microsoft.com/office/powerpoint/2010/main" val="36862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D4C1-E05F-27C2-8899-DA5C678394CE}"/>
              </a:ext>
            </a:extLst>
          </p:cNvPr>
          <p:cNvSpPr>
            <a:spLocks noGrp="1"/>
          </p:cNvSpPr>
          <p:nvPr>
            <p:ph type="title"/>
          </p:nvPr>
        </p:nvSpPr>
        <p:spPr/>
        <p:txBody>
          <a:bodyPr/>
          <a:lstStyle/>
          <a:p>
            <a:r>
              <a:rPr lang="en-US" dirty="0"/>
              <a:t>Resource Allocation</a:t>
            </a:r>
            <a:endParaRPr dirty="0"/>
          </a:p>
        </p:txBody>
      </p:sp>
      <p:graphicFrame>
        <p:nvGraphicFramePr>
          <p:cNvPr id="3" name="Table 2">
            <a:extLst>
              <a:ext uri="{FF2B5EF4-FFF2-40B4-BE49-F238E27FC236}">
                <a16:creationId xmlns:a16="http://schemas.microsoft.com/office/drawing/2014/main" id="{3FBA1F89-9915-720B-AC11-1D349D63B1DB}"/>
              </a:ext>
            </a:extLst>
          </p:cNvPr>
          <p:cNvGraphicFramePr>
            <a:graphicFrameLocks noGrp="1"/>
          </p:cNvGraphicFramePr>
          <p:nvPr>
            <p:extLst>
              <p:ext uri="{D42A27DB-BD31-4B8C-83A1-F6EECF244321}">
                <p14:modId xmlns:p14="http://schemas.microsoft.com/office/powerpoint/2010/main" val="3940149665"/>
              </p:ext>
            </p:extLst>
          </p:nvPr>
        </p:nvGraphicFramePr>
        <p:xfrm>
          <a:off x="899160" y="1463040"/>
          <a:ext cx="10393680" cy="3931920"/>
        </p:xfrm>
        <a:graphic>
          <a:graphicData uri="http://schemas.openxmlformats.org/drawingml/2006/table">
            <a:tbl>
              <a:tblPr/>
              <a:tblGrid>
                <a:gridCol w="2157549">
                  <a:extLst>
                    <a:ext uri="{9D8B030D-6E8A-4147-A177-3AD203B41FA5}">
                      <a16:colId xmlns:a16="http://schemas.microsoft.com/office/drawing/2014/main" val="1069578245"/>
                    </a:ext>
                  </a:extLst>
                </a:gridCol>
                <a:gridCol w="1549578">
                  <a:extLst>
                    <a:ext uri="{9D8B030D-6E8A-4147-A177-3AD203B41FA5}">
                      <a16:colId xmlns:a16="http://schemas.microsoft.com/office/drawing/2014/main" val="1124018930"/>
                    </a:ext>
                  </a:extLst>
                </a:gridCol>
                <a:gridCol w="1355607">
                  <a:extLst>
                    <a:ext uri="{9D8B030D-6E8A-4147-A177-3AD203B41FA5}">
                      <a16:colId xmlns:a16="http://schemas.microsoft.com/office/drawing/2014/main" val="1952808885"/>
                    </a:ext>
                  </a:extLst>
                </a:gridCol>
                <a:gridCol w="1022942">
                  <a:extLst>
                    <a:ext uri="{9D8B030D-6E8A-4147-A177-3AD203B41FA5}">
                      <a16:colId xmlns:a16="http://schemas.microsoft.com/office/drawing/2014/main" val="814053243"/>
                    </a:ext>
                  </a:extLst>
                </a:gridCol>
                <a:gridCol w="2154002">
                  <a:extLst>
                    <a:ext uri="{9D8B030D-6E8A-4147-A177-3AD203B41FA5}">
                      <a16:colId xmlns:a16="http://schemas.microsoft.com/office/drawing/2014/main" val="2293138088"/>
                    </a:ext>
                  </a:extLst>
                </a:gridCol>
                <a:gridCol w="2154002">
                  <a:extLst>
                    <a:ext uri="{9D8B030D-6E8A-4147-A177-3AD203B41FA5}">
                      <a16:colId xmlns:a16="http://schemas.microsoft.com/office/drawing/2014/main" val="2496483252"/>
                    </a:ext>
                  </a:extLst>
                </a:gridCol>
              </a:tblGrid>
              <a:tr h="0">
                <a:tc>
                  <a:txBody>
                    <a:bodyPr/>
                    <a:lstStyle/>
                    <a:p>
                      <a:pPr algn="l">
                        <a:buNone/>
                      </a:pPr>
                      <a:r>
                        <a:rPr lang="en-SG" b="1"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b="1" dirty="0" err="1"/>
                        <a:t>nCPU</a:t>
                      </a:r>
                      <a:r>
                        <a:rPr lang="en-SG" b="1" dirty="0"/>
                        <a:t> (Threads)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b="1" dirty="0"/>
                        <a:t>RAM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b="1" dirty="0"/>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b="1" dirty="0"/>
                        <a:t>SU (</a:t>
                      </a:r>
                      <a:r>
                        <a:rPr lang="en-SG" b="1" dirty="0" err="1"/>
                        <a:t>nCPU</a:t>
                      </a:r>
                      <a:r>
                        <a:rPr lang="en-SG" b="1" dirty="0"/>
                        <a:t> x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Job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4573702"/>
                  </a:ext>
                </a:extLst>
              </a:tr>
              <a:tr h="0">
                <a:tc>
                  <a:txBody>
                    <a:bodyPr/>
                    <a:lstStyle/>
                    <a:p>
                      <a:pPr algn="l">
                        <a:buNone/>
                      </a:pPr>
                      <a:r>
                        <a:rPr lang="en-SG"/>
                        <a:t>BWA-MEM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buNone/>
                      </a:pPr>
                      <a:r>
                        <a:rPr lang="en-SG" dirty="0"/>
                        <a:t>~2-5h</a:t>
                      </a:r>
                    </a:p>
                    <a:p>
                      <a:pPr algn="ctr">
                        <a:buNone/>
                      </a:pPr>
                      <a:r>
                        <a:rPr lang="en-SG" dirty="0"/>
                        <a:t>(tbc)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buNone/>
                      </a:pPr>
                      <a:r>
                        <a:rPr lang="en-SG" dirty="0"/>
                        <a:t>4 x 5 = </a:t>
                      </a:r>
                    </a:p>
                    <a:p>
                      <a:pPr algn="ctr">
                        <a:buNone/>
                      </a:pPr>
                      <a:r>
                        <a:rPr lang="en-SG" dirty="0"/>
                        <a:t>20 SU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buNone/>
                      </a:pPr>
                      <a:r>
                        <a:rPr lang="en-SG" dirty="0"/>
                        <a:t>Per sample</a:t>
                      </a:r>
                    </a:p>
                    <a:p>
                      <a:pPr algn="ctr">
                        <a:buNone/>
                      </a:pPr>
                      <a:r>
                        <a:rPr lang="en-SG" dirty="0"/>
                        <a:t>(run parallel)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3459849"/>
                  </a:ext>
                </a:extLst>
              </a:tr>
              <a:tr h="0">
                <a:tc>
                  <a:txBody>
                    <a:bodyPr/>
                    <a:lstStyle/>
                    <a:p>
                      <a:pPr algn="l">
                        <a:buNone/>
                      </a:pPr>
                      <a:r>
                        <a:rPr lang="en-SG"/>
                        <a:t>samtools sort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73031"/>
                  </a:ext>
                </a:extLst>
              </a:tr>
              <a:tr h="0">
                <a:tc>
                  <a:txBody>
                    <a:bodyPr/>
                    <a:lstStyle/>
                    <a:p>
                      <a:pPr algn="l">
                        <a:buNone/>
                      </a:pPr>
                      <a:r>
                        <a:rPr lang="en-SG"/>
                        <a:t>MarkDuplicates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6506572"/>
                  </a:ext>
                </a:extLst>
              </a:tr>
              <a:tr h="0">
                <a:tc>
                  <a:txBody>
                    <a:bodyPr/>
                    <a:lstStyle/>
                    <a:p>
                      <a:pPr algn="l">
                        <a:buNone/>
                      </a:pPr>
                      <a:r>
                        <a:rPr lang="en-SG"/>
                        <a:t>HaplotypeCaller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1611889"/>
                  </a:ext>
                </a:extLst>
              </a:tr>
              <a:tr h="0">
                <a:tc>
                  <a:txBody>
                    <a:bodyPr/>
                    <a:lstStyle/>
                    <a:p>
                      <a:pPr algn="l">
                        <a:buNone/>
                      </a:pPr>
                      <a:r>
                        <a:rPr lang="en-SG"/>
                        <a:t>GenomicsDBImport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buNone/>
                      </a:pPr>
                      <a:r>
                        <a:rPr lang="en-SG" dirty="0"/>
                        <a:t>~12-24h</a:t>
                      </a:r>
                    </a:p>
                    <a:p>
                      <a:pPr algn="ctr">
                        <a:buNone/>
                      </a:pPr>
                      <a:r>
                        <a:rPr lang="en-SG" dirty="0"/>
                        <a:t>(tbc)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buNone/>
                      </a:pPr>
                      <a:r>
                        <a:rPr lang="en-SG" dirty="0"/>
                        <a:t>2 x 24 = </a:t>
                      </a:r>
                    </a:p>
                    <a:p>
                      <a:pPr algn="ctr">
                        <a:buNone/>
                      </a:pPr>
                      <a:r>
                        <a:rPr lang="en-SG" dirty="0"/>
                        <a:t>48 SU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buNone/>
                      </a:pPr>
                      <a:r>
                        <a:rPr lang="en-SG" dirty="0"/>
                        <a:t>Per 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691680"/>
                  </a:ext>
                </a:extLst>
              </a:tr>
              <a:tr h="0">
                <a:tc>
                  <a:txBody>
                    <a:bodyPr/>
                    <a:lstStyle/>
                    <a:p>
                      <a:pPr algn="l">
                        <a:buNone/>
                      </a:pPr>
                      <a:r>
                        <a:rPr lang="en-SG"/>
                        <a:t>GenotypeGVCFs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724258"/>
                  </a:ext>
                </a:extLst>
              </a:tr>
              <a:tr h="0">
                <a:tc>
                  <a:txBody>
                    <a:bodyPr/>
                    <a:lstStyle/>
                    <a:p>
                      <a:pPr algn="l">
                        <a:buNone/>
                      </a:pPr>
                      <a:r>
                        <a:rPr lang="en-SG"/>
                        <a:t>SelectVariants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buNone/>
                      </a:pPr>
                      <a:r>
                        <a:rPr lang="en-SG"/>
                        <a:t>~1-2h</a:t>
                      </a:r>
                    </a:p>
                    <a:p>
                      <a:pPr algn="ctr">
                        <a:buNone/>
                      </a:pPr>
                      <a:r>
                        <a:rPr lang="en-SG"/>
                        <a:t>(tbc)</a:t>
                      </a: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buNone/>
                      </a:pPr>
                      <a:r>
                        <a:rPr lang="en-SG" dirty="0"/>
                        <a:t>2 SU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dirty="0"/>
                        <a:t>Per 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4477277"/>
                  </a:ext>
                </a:extLst>
              </a:tr>
              <a:tr h="0">
                <a:tc>
                  <a:txBody>
                    <a:bodyPr/>
                    <a:lstStyle/>
                    <a:p>
                      <a:pPr algn="l">
                        <a:buNone/>
                      </a:pPr>
                      <a:r>
                        <a:rPr lang="en-SG"/>
                        <a:t>VariantFiltration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2324414"/>
                  </a:ext>
                </a:extLst>
              </a:tr>
              <a:tr h="0">
                <a:tc>
                  <a:txBody>
                    <a:bodyPr/>
                    <a:lstStyle/>
                    <a:p>
                      <a:pPr algn="l">
                        <a:buNone/>
                      </a:pPr>
                      <a:r>
                        <a:rPr lang="en-SG" dirty="0" err="1"/>
                        <a:t>bcftools</a:t>
                      </a:r>
                      <a:r>
                        <a:rPr lang="en-SG" dirty="0"/>
                        <a:t> 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dirty="0"/>
                        <a:t>100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S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541274"/>
                  </a:ext>
                </a:extLst>
              </a:tr>
            </a:tbl>
          </a:graphicData>
        </a:graphic>
      </p:graphicFrame>
      <p:sp>
        <p:nvSpPr>
          <p:cNvPr id="4" name="TextBox 3">
            <a:extLst>
              <a:ext uri="{FF2B5EF4-FFF2-40B4-BE49-F238E27FC236}">
                <a16:creationId xmlns:a16="http://schemas.microsoft.com/office/drawing/2014/main" id="{96D89179-FF88-D800-B3D8-39C9CF50F2A8}"/>
              </a:ext>
            </a:extLst>
          </p:cNvPr>
          <p:cNvSpPr txBox="1"/>
          <p:nvPr/>
        </p:nvSpPr>
        <p:spPr>
          <a:xfrm>
            <a:off x="2954787" y="5599612"/>
            <a:ext cx="6282425" cy="369332"/>
          </a:xfrm>
          <a:prstGeom prst="rect">
            <a:avLst/>
          </a:prstGeom>
          <a:noFill/>
        </p:spPr>
        <p:txBody>
          <a:bodyPr wrap="none" rtlCol="0">
            <a:spAutoFit/>
          </a:bodyPr>
          <a:lstStyle/>
          <a:p>
            <a:r>
              <a:rPr lang="en-US" dirty="0"/>
              <a:t>Total Resources per batch = 64 x (number of samples) + 48 + 2</a:t>
            </a:r>
            <a:endParaRPr dirty="0"/>
          </a:p>
        </p:txBody>
      </p:sp>
    </p:spTree>
    <p:extLst>
      <p:ext uri="{BB962C8B-B14F-4D97-AF65-F5344CB8AC3E}">
        <p14:creationId xmlns:p14="http://schemas.microsoft.com/office/powerpoint/2010/main" val="1670742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1B98-AE2B-596E-4994-DB6130BC19E6}"/>
              </a:ext>
            </a:extLst>
          </p:cNvPr>
          <p:cNvSpPr>
            <a:spLocks noGrp="1"/>
          </p:cNvSpPr>
          <p:nvPr>
            <p:ph type="title"/>
          </p:nvPr>
        </p:nvSpPr>
        <p:spPr/>
        <p:txBody>
          <a:bodyPr/>
          <a:lstStyle/>
          <a:p>
            <a:r>
              <a:rPr lang="en-US" dirty="0"/>
              <a:t>Variant Call hard filtering</a:t>
            </a:r>
            <a:endParaRPr dirty="0"/>
          </a:p>
        </p:txBody>
      </p:sp>
      <p:sp>
        <p:nvSpPr>
          <p:cNvPr id="3" name="Content Placeholder 2">
            <a:extLst>
              <a:ext uri="{FF2B5EF4-FFF2-40B4-BE49-F238E27FC236}">
                <a16:creationId xmlns:a16="http://schemas.microsoft.com/office/drawing/2014/main" id="{BA69F055-E455-1739-6B2B-47916D15AB60}"/>
              </a:ext>
            </a:extLst>
          </p:cNvPr>
          <p:cNvSpPr>
            <a:spLocks noGrp="1"/>
          </p:cNvSpPr>
          <p:nvPr>
            <p:ph idx="1"/>
          </p:nvPr>
        </p:nvSpPr>
        <p:spPr/>
        <p:txBody>
          <a:bodyPr>
            <a:normAutofit lnSpcReduction="10000"/>
          </a:bodyPr>
          <a:lstStyle/>
          <a:p>
            <a:r>
              <a:rPr lang="en-US" dirty="0">
                <a:solidFill>
                  <a:schemeClr val="accent3"/>
                </a:solidFill>
              </a:rPr>
              <a:t>Based on GATK’s Best Practices recommendation.</a:t>
            </a:r>
          </a:p>
          <a:p>
            <a:r>
              <a:rPr lang="en-SG" dirty="0"/>
              <a:t>QD &lt; 2.0 (Quality by Depth – Variant confidence)</a:t>
            </a:r>
          </a:p>
          <a:p>
            <a:r>
              <a:rPr lang="en-SG" dirty="0"/>
              <a:t>FS &gt; 60.0 (Fisher strand bias)</a:t>
            </a:r>
          </a:p>
          <a:p>
            <a:r>
              <a:rPr lang="en-SG" dirty="0"/>
              <a:t>MQ &lt; 40.0 (Mapping quality – detect </a:t>
            </a:r>
            <a:r>
              <a:rPr lang="en-SG" dirty="0" err="1"/>
              <a:t>misaligment</a:t>
            </a:r>
            <a:r>
              <a:rPr lang="en-SG" dirty="0"/>
              <a:t>)</a:t>
            </a:r>
          </a:p>
          <a:p>
            <a:r>
              <a:rPr lang="en-SG" dirty="0"/>
              <a:t>SOR &gt; 3.0 (Strand Odds Ratio – Strand bias)</a:t>
            </a:r>
          </a:p>
          <a:p>
            <a:r>
              <a:rPr lang="en-SG" dirty="0" err="1"/>
              <a:t>MQRankSum</a:t>
            </a:r>
            <a:r>
              <a:rPr lang="en-SG" dirty="0"/>
              <a:t> &lt; -12.5 (Mapping quality)</a:t>
            </a:r>
          </a:p>
          <a:p>
            <a:r>
              <a:rPr lang="en-SG" dirty="0" err="1"/>
              <a:t>ReadPosRankSum</a:t>
            </a:r>
            <a:r>
              <a:rPr lang="en-SG" dirty="0"/>
              <a:t> &lt; -8.0 (Read position on strand)</a:t>
            </a:r>
          </a:p>
          <a:p>
            <a:pPr marL="0" indent="0">
              <a:buNone/>
            </a:pPr>
            <a:r>
              <a:rPr lang="en-SG" dirty="0"/>
              <a:t>*Further MAF and Missingness filtering to be conducted as per usual</a:t>
            </a:r>
          </a:p>
          <a:p>
            <a:endParaRPr dirty="0"/>
          </a:p>
        </p:txBody>
      </p:sp>
    </p:spTree>
    <p:extLst>
      <p:ext uri="{BB962C8B-B14F-4D97-AF65-F5344CB8AC3E}">
        <p14:creationId xmlns:p14="http://schemas.microsoft.com/office/powerpoint/2010/main" val="2580634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9D9A-6D90-BC6F-D31E-C479D076267B}"/>
              </a:ext>
            </a:extLst>
          </p:cNvPr>
          <p:cNvSpPr>
            <a:spLocks noGrp="1"/>
          </p:cNvSpPr>
          <p:nvPr>
            <p:ph type="title"/>
          </p:nvPr>
        </p:nvSpPr>
        <p:spPr/>
        <p:txBody>
          <a:bodyPr/>
          <a:lstStyle/>
          <a:p>
            <a:r>
              <a:rPr lang="en-US" dirty="0"/>
              <a:t>Helpful resources</a:t>
            </a:r>
            <a:endParaRPr dirty="0"/>
          </a:p>
        </p:txBody>
      </p:sp>
      <p:sp>
        <p:nvSpPr>
          <p:cNvPr id="3" name="Content Placeholder 2">
            <a:extLst>
              <a:ext uri="{FF2B5EF4-FFF2-40B4-BE49-F238E27FC236}">
                <a16:creationId xmlns:a16="http://schemas.microsoft.com/office/drawing/2014/main" id="{91DAB9C4-E036-5AFD-6411-874DD60E4123}"/>
              </a:ext>
            </a:extLst>
          </p:cNvPr>
          <p:cNvSpPr>
            <a:spLocks noGrp="1"/>
          </p:cNvSpPr>
          <p:nvPr>
            <p:ph idx="1"/>
          </p:nvPr>
        </p:nvSpPr>
        <p:spPr/>
        <p:txBody>
          <a:bodyPr>
            <a:normAutofit fontScale="92500"/>
          </a:bodyPr>
          <a:lstStyle/>
          <a:p>
            <a:pPr marL="514350" indent="-514350">
              <a:buFont typeface="+mj-lt"/>
              <a:buAutoNum type="arabicPeriod"/>
            </a:pPr>
            <a:r>
              <a:rPr lang="en-SG" dirty="0">
                <a:hlinkClick r:id="rId2"/>
              </a:rPr>
              <a:t>https://ngs101.com/how-to-analyze-whole-genome-sequencing-data-for-absolute-beginners-part-1-from-raw-reads-to-high-quality-variants-using-gatk/</a:t>
            </a:r>
            <a:endParaRPr lang="en-SG" dirty="0"/>
          </a:p>
          <a:p>
            <a:pPr marL="514350" indent="-514350">
              <a:buFont typeface="+mj-lt"/>
              <a:buAutoNum type="arabicPeriod"/>
            </a:pPr>
            <a:r>
              <a:rPr lang="en-SG" dirty="0">
                <a:hlinkClick r:id="rId3"/>
              </a:rPr>
              <a:t>https://gatk.broadinstitute.org/hc/en-us/articles/360035535912-Data-pre-processing-for-variant-discovery</a:t>
            </a:r>
            <a:endParaRPr lang="en-SG" dirty="0"/>
          </a:p>
          <a:p>
            <a:pPr marL="514350" indent="-514350">
              <a:buFont typeface="+mj-lt"/>
              <a:buAutoNum type="arabicPeriod"/>
            </a:pPr>
            <a:r>
              <a:rPr lang="en-SG" dirty="0">
                <a:hlinkClick r:id="rId4"/>
              </a:rPr>
              <a:t>https://gatk.broadinstitute.org/hc/en-us/articles/360035535932-Germline-short-variant-discovery-SNPs-Indels</a:t>
            </a:r>
            <a:endParaRPr lang="en-SG" dirty="0"/>
          </a:p>
          <a:p>
            <a:pPr marL="514350" indent="-514350">
              <a:buFont typeface="+mj-lt"/>
              <a:buAutoNum type="arabicPeriod"/>
            </a:pPr>
            <a:r>
              <a:rPr lang="en-SG" dirty="0">
                <a:hlinkClick r:id="rId5"/>
              </a:rPr>
              <a:t>https://gatk.broadinstitute.org/hc/en-us/articles/360035890431-The-logic-of-joint-calling-for-germline-short-variants</a:t>
            </a:r>
            <a:endParaRPr lang="en-SG" dirty="0"/>
          </a:p>
          <a:p>
            <a:pPr marL="514350" indent="-514350">
              <a:buFont typeface="+mj-lt"/>
              <a:buAutoNum type="arabicPeriod"/>
            </a:pPr>
            <a:r>
              <a:rPr lang="en-SG" dirty="0">
                <a:hlinkClick r:id="rId6"/>
              </a:rPr>
              <a:t>https://hpc.nih.gov/training/gatk_tutorial/</a:t>
            </a:r>
            <a:endParaRPr lang="en-SG" dirty="0"/>
          </a:p>
        </p:txBody>
      </p:sp>
    </p:spTree>
    <p:extLst>
      <p:ext uri="{BB962C8B-B14F-4D97-AF65-F5344CB8AC3E}">
        <p14:creationId xmlns:p14="http://schemas.microsoft.com/office/powerpoint/2010/main" val="1639456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1957</TotalTime>
  <Words>1044</Words>
  <Application>Microsoft Macintosh PowerPoint</Application>
  <PresentationFormat>Widescreen</PresentationFormat>
  <Paragraphs>130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Sequence Alignment Code Updates (Bioinformatics)</vt:lpstr>
      <vt:lpstr>PowerPoint Presentation</vt:lpstr>
      <vt:lpstr>BCFTools (mpileup)</vt:lpstr>
      <vt:lpstr>GATK</vt:lpstr>
      <vt:lpstr>Variant Calling Methods</vt:lpstr>
      <vt:lpstr>The N+1 problem in joint variant calling</vt:lpstr>
      <vt:lpstr>Alignment Process (No change)</vt:lpstr>
      <vt:lpstr>BCFtools (current protocol)</vt:lpstr>
      <vt:lpstr>Resource Allocation</vt:lpstr>
      <vt:lpstr>Variant Call hard filtering</vt:lpstr>
      <vt:lpstr>Helpful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Ming Jern Adrian</dc:creator>
  <cp:lastModifiedBy>Lee Ming Jern Adrian</cp:lastModifiedBy>
  <cp:revision>1</cp:revision>
  <dcterms:created xsi:type="dcterms:W3CDTF">2026-01-05T02:17:42Z</dcterms:created>
  <dcterms:modified xsi:type="dcterms:W3CDTF">2026-01-08T02:44:46Z</dcterms:modified>
</cp:coreProperties>
</file>